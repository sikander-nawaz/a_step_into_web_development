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JavaScript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 Destructuring · Spread / Rest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Structures  ·  forEach · map · filter · find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Training  |  Full Deep-Dive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132588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ES6 Destructuring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01952" y="3291840"/>
            <a:ext cx="132588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901952" y="3291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Spread &amp; Rest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46704" y="3291840"/>
            <a:ext cx="132588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346704" y="3291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forEach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91456" y="3291840"/>
            <a:ext cx="132588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791456" y="3291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6208" y="3291840"/>
            <a:ext cx="132588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3291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filter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80960" y="3291840"/>
            <a:ext cx="132588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3291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What We Will Cover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of modern JavaScript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64008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11556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Destructuring Arrays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5564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55648"/>
            <a:ext cx="6400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556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75564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Destructuring Objects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95728"/>
            <a:ext cx="64008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957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9572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Nested &amp; Default Value Destructuring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03580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35808"/>
            <a:ext cx="64008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358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03580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Spread Operator  ( ... 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7588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75888"/>
            <a:ext cx="64008" cy="50292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6758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67588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Rest Parameters  ( ... 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31596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315968"/>
            <a:ext cx="64008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3159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31596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Spread vs Rest — Key Differences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111556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115568"/>
            <a:ext cx="64008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11155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111556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forEach() — Repetition Without Return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175564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1755648"/>
            <a:ext cx="6400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17556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175564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map() — Transform Every Item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239572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2395728"/>
            <a:ext cx="64008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23957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239572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filter() — Keep What You Need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0600" y="303580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035808"/>
            <a:ext cx="64008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30358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303580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find() — Locate a Single Item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00600" y="367588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3675888"/>
            <a:ext cx="6400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36758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49240" y="367588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Method Comparison Table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00600" y="4315968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00600" y="4315968"/>
            <a:ext cx="64008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0" name="Text 48"/>
          <p:cNvSpPr/>
          <p:nvPr/>
        </p:nvSpPr>
        <p:spPr>
          <a:xfrm>
            <a:off x="4983480" y="43159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12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49240" y="431596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Real-World Use Cases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ES6+  DESTRUCTURING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Destructuring?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values from arrays or properties from objects into distinct variables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📖  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Destructuring is a JavaScript expression that allows you to unpack values from arrays, or properties from objects, into separate variables — in a single, readable line of code.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 Without Destructuring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487168"/>
            <a:ext cx="4114800" cy="1005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5786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arr = [10, 20, 30];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 = arr[0];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 = arr[1];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 = arr[2];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 With Destructuring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487168"/>
            <a:ext cx="4114800" cy="1005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5786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arr = [10, 20, 30];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[a, b, c] = arr;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= 10, b = 20, c = 30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8503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11880"/>
            <a:ext cx="64008" cy="1234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758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💡  Why Use Destructuring?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Cleaner, shorter code  •  Avoids repetitive variable declarations  •  Improves readability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3525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Works with Arrays, Objects, Nested structures, Function parameters, Default values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ARRAY DESTRUCTURING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 Destructuring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values by position — order matters!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[x, y] = [5, 10];             // x = 5,  y = 10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Skip elements using commas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[first, , third] = [1, 2, 3]; // first = 1, third = 3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values (used if element is undefined)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[a = 0, b = 0] = [42];        // a = 42, b = 0 (default)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Swap variables without a temp variable!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 = 1, n = 2;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[m, n] = [n, m];                    // m = 2, n = 1  🎉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Rest in array destructuring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[head, ...tail] = [10, 20, 30, 40];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head = 10,  tail = [20, 30, 40]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 a function return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getCoords() { return [34.05, -118.25];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[lat, lon] = getCoords();     // lat = 34.05, lon = -118.25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411480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4114800"/>
            <a:ext cx="64008" cy="7772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1696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⚠️  Key Rule: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4988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350F"/>
                </a:solidFill>
              </a:rPr>
              <a:t>Array destructuring uses position (index). The variable name is YOUR choice — it doesn't matter what the array is called. Skipped items use empty commas.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OBJECT DESTRUCTURING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Destructuring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properties by name — key names must match!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30632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8229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{ name: "Ali", age: 25, city: "Lahore" 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Basic object destructuring — key names must match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name, age } = user;         // name = "Ali",  age = 25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Renaming variables while destructuring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name: fullName, city: location } = user;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fullName = "Ali",  location = "Lahore"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values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name, salary = 50000 } = user;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salary = 50000 (key doesn't exist in user)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Destructuring from a function parameter directly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greet({ name, city })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console.log(`Hello ${name} from ${city}`);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greet(user);  // "Hello Ali from Lahore"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Rest in object destructuring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name, ...rest } = user;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rest = { age: 25, city: "Lahore" 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425196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4251960"/>
            <a:ext cx="64008" cy="6583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976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C"/>
                </a:solidFill>
              </a:rPr>
              <a:t>⚠️  Key Rule: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59028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Object destructuring uses KEY NAMES (not position). If the key doesn't exist → undefined (or your default value kicks in). You can alias any property with  key: newName.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NESTED DESTRUCTURING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Nested &amp; Advanced Destructuring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 into objects and arrays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Nested Object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114800" cy="21945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630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person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"Sara",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"Karachi",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zip: "74000"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address: { city, zip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= person;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city = "Karachi"  zip = "74000"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1078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Nested Array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21945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4630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matrix = [[1, 2], [3, 4]];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[[a, b], [c, d]] = matrix;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a=1  b=2  c=3  d=4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Mixed: Array of Objects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students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"Ali",  score: 90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"Sara", score: 85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[{ name: n1, score: s1 }] = students;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n1 = "Ali",  s1 = 90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37033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Destructuring in Function Parameters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4005072"/>
            <a:ext cx="850392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409651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Instead of: function display(student) { ... student.name ... student.score ...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display({ name, score = 0, grade = "N/A" })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console.log(`${name} → Score: ${score}  Grade: ${grade}`);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SPREAD  OPERATOR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Spread Operator  ( ... 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an iterable (array, object, string) into individual elements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155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📖  Spread = EXPAND  |  Takes a collection and spreads its items out individually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Arrays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4114800" cy="21945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121408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 = [1, 2, 3];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 = [4, 5, 6];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Merge arrays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merged = [...a, ...b];  // [1,2,3,4,5,6]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Copy (shallow)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copy = [...a];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 in middle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mid = [0, ...a, 4];    // [0,1,2,3,4]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as function args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Math.max(...a);               //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Objects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029968"/>
            <a:ext cx="4114800" cy="21945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121408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defaults = { theme: "dark", lang: "en" 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userPrefs = { lang: "ur", size: "lg" 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Merge (later keys override earlier)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config = { ...defaults, ...userPrefs 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theme:"dark", lang:"ur", size:"lg"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a property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updated = { ...defaults, theme: "light" 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Clone an object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clone = { ...defaults };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4315968"/>
            <a:ext cx="8503920" cy="8229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44074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Spread with Strings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letters = [..."Hello"];     // ["H","e","l","l","o"]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Spread in DOM / API calls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nums = [3, 1, 4, 1, 5, 9];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console.log(Math.min(...nums));   // 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REST  PARAMETERS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Parameters  ( ... 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remaining elements into a single array variable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155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📖  Rest = COLLECT  |  Gathers multiple individual items into one array — used in function params &amp; destructuring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In Function Parameters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4114800" cy="2331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121408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Accept ANY number of arguments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sum(...numbers)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numbers.reduce((acc, n) =&gt; acc + n, 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sum(1, 2, 3, 4, 5);  // 15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Fixed + rest params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logger(level, ...messages)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messages.forEach(msg =&gt;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console.log(`[${level}] ${msg}`)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logger("INFO", "Start", "Loading", "Done");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In Destructuring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029968"/>
            <a:ext cx="4114800" cy="2331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121408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 destructuring rest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[first, second, ...others] = [1,2,3,4,5];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first 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second =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others = [3, 4, 5]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Object destructuring rest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id, name, ...details }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1, name:"Ali", age:25, city:"LHR"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 = 1, name = "Ali"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details = { age: 25, city: "LHR" 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4462272"/>
            <a:ext cx="85039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4462272"/>
            <a:ext cx="64008" cy="53035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98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⚠️  Rules for Rest: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</a:rPr>
              <a:t>Must always be LAST.  |  Only ONE rest per destructuring.  |  Collects into a real Array (array methods work!)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SPREAD  vs  REST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Spread vs Rest — Key Differences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syntax ( ... ) — completely different purposes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828800" cy="411480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78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48840" y="1078992"/>
            <a:ext cx="329184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0789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Spread  ( ... 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40680" y="1078992"/>
            <a:ext cx="329184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5440680" y="10789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Rest  ( ... 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490472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9047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</a:rPr>
              <a:t>Purpose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1490472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149047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EXPAND items 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0680" y="1490472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49047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COLLECT items 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920240"/>
            <a:ext cx="182880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920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</a:rPr>
              <a:t>Where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48840" y="1920240"/>
            <a:ext cx="329184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Function calls, array/obj literals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40680" y="1920240"/>
            <a:ext cx="329184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Function params, destructuring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350008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35000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</a:rPr>
              <a:t>Direction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48840" y="2350008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23500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One → Many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40680" y="2350008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23500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Many → One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779776"/>
            <a:ext cx="182880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779776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</a:rPr>
              <a:t>Position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48840" y="2779776"/>
            <a:ext cx="329184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2779776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Anywhere in expression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0680" y="2779776"/>
            <a:ext cx="329184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2779776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Must be LAST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209544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209544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</a:rPr>
              <a:t>Result type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48840" y="3209544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0280" y="320954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Spreads elements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40680" y="3209544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320954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Creates an Array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3639312"/>
            <a:ext cx="182880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63931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C"/>
                </a:solidFill>
              </a:rPr>
              <a:t>Example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48840" y="3639312"/>
            <a:ext cx="329184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40280" y="363931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[...arr]  /  {...obj}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40680" y="3639312"/>
            <a:ext cx="329184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363931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function f(...args){}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4160520"/>
            <a:ext cx="85039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" y="4160520"/>
            <a:ext cx="64008" cy="7498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42062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🧠  Memory Trick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" y="44988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Spread → like POURING water OUT of a jug  (one container → many drops)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Rest   → like COLLECTING rain INTO a jug  (many drops → one container)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REPETITION  STRUCTURES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forEach()  —  Iterate &amp; Execute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function for every item — does NOT return a new array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📖  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forEach() calls a provided function once for each array element, in order. It is used for side effects — logging, updating DOM, calling an API — not for transforming data.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Syntax &amp; Examples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4114800" cy="2331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95728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Syntax:  array.forEach(callback(element, index, array))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fruits = ["Apple", "Mango", "Banana"];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Basic usage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fruits.forEach(fruit =&gt; console.log(fruit));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index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fruits.forEach((fruit, i)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console.log(`${i + 1}. ${fruit}`);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vs Regular function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fruits.forEach(function(fruit, index, arr)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console.log(arr.length, index, fruit);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Use Cases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304288"/>
            <a:ext cx="4114800" cy="2331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395728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Render items to DOM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items.forEach(item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document.body.innerHTML += `&lt;li&gt;${item}&lt;/li&gt;`;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Update values in external store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totals = [];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prices.forEach(p =&gt; totals.push(p * 1.17));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Logging / debugging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users.forEach(u =&gt; console.log(u.email));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forEach does NOT return anything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[1,2,3].forEach(x =&gt; x * 2);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 === undefined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736592"/>
            <a:ext cx="64008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5488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❌  Cannot break/continue in forEach  |  Always returns undefined  |  Use for → break when you need to exit early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ARRAY  METHODS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map()  —  Transform Every Element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NEW array of the same length with transformed values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📖  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map() creates a NEW array by applying a transformation function to every element of the original. The original array is NOT modified. Always returns an array of the SAME length.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Syntax &amp; Examples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4114800" cy="2331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95728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Syntax:  array.map(callback(element, index, array))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nums = [1, 2, 3, 4, 5];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Double each number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doubled = nums.map(n =&gt; n * 2);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[2, 4, 6, 8, 10]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Convert types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strings = nums.map(n =&gt; String(n));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["1","2","3","4","5"]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Extract a property from objects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users = [{name:"Ali"},{name:"Sara"}];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names = users.map(u =&gt; u.name);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["Ali", "Sara"]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Advanced Use Cases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304288"/>
            <a:ext cx="4114800" cy="2331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395728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Transform + destructure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products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name:"Shirt", price: 500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name:"Pants", price: 1200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discounted = products.map(({ name, price }) =&gt; 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price: price * 0.9   // 10% discount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 with index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indexed = ["a","b","c"].map((v, i) =&gt; `${i}:${v}`);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["0:a", "1:b", "2:c"]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Chain 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[1,2,3]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.map(n =&gt; n * 10)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.map(n =&gt; n + 1);  // [11, 21, 31]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736592"/>
            <a:ext cx="6400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5488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✅  Always returns new array of SAME length  |  Original array unchanged  |  Perfect for data transformation &amp; API responses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ARRAY  METHODS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filter()  —  Keep What Passes the Test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NEW array with only elements that satisfy a condition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📖  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filter() creates a NEW array containing only the elements for which the callback function returns true (truthy). Elements that fail → excluded. Result may have fewer items than the original.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Syntax &amp; Examples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4114800" cy="2331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95728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Syntax:  array.filter(callback(element, index, array))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nums = [1, 2, 3, 4, 5, 6, 7, 8];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Keep even numbers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evens = nums.filter(n =&gt; n % 2 === 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[2, 4, 6, 8]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Keep numbers &gt;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big = nums.filter(n =&gt; n &gt; 5);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[6, 7, 8]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 strings by length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words = ["cat", "elephant", "ox", "dog"];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long = words.filter(w =&gt; w.length &gt; 3);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["elephant"]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Real-World Use Cases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304288"/>
            <a:ext cx="4114800" cy="2331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395728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 active users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users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name:"Ali",  active: true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name:"Sara", active: false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name:"Umar", active: true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activeUsers = users.filter(u =&gt; u.active);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[{name:"Ali"...}, {name:"Umar"...}]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Remove falsy values (null, 0, "")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clean = [0, 1, "", "hi", null, true]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.filter(Boolean);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[1, "hi", true]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Search/filter by keyword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search = "al";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results = users.filter(u =&gt;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u.name.toLowerCase().includes(search));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736592"/>
            <a:ext cx="64008" cy="27432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5488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✅  Returns new array (can be shorter)  |  Callback must return true/false  |  Chain with map for powerful transforms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ARRAY  METHODS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find()  —  Locate the First Match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FIRST element that passes the test — not an array!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📖  Definition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find() returns the VALUE of the FIRST element that satisfies the test. If no element passes → returns undefined. Stops searching immediately after the first match (efficient!).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Syntax &amp; Examples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4114800" cy="2514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95728"/>
            <a:ext cx="38404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Syntax:  array.find(callback(element, index, array))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nums = [4, 9, 15, 22, 3];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 first number &gt; 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found = nums.find(n =&gt; n &gt; 10);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15  (stops after finding 15)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 in array of objects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users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1, name: "Ali"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2, name: "Sara"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3, name: "Umar"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users.find(u =&gt; u.id === 2);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id: 2, name: "Sara"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found → undefined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x = nums.find(n =&gt; n &gt; 100); // undefined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find vs findIndex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304288"/>
            <a:ext cx="4114800" cy="2514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395728"/>
            <a:ext cx="38404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find()      → returns the ELEMENT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findIndex() → returns the INDEX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items = ["a", "b", "c", "d"];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items.find(x =&gt; x === "c");       // "c"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items.findIndex(x =&gt; x === "c");  // 2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Real-world: lookup by 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products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id:"P01", name:"Shirt",  price:500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id:"P02", name:"Pants",  price:1200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id:"P03", name:"Jacket", price:3500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getProduct(id)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products.find(p =&gt; p.id === id);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getProduct("P02");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id:"P02", name:"Pants", price:1200 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919472"/>
            <a:ext cx="85039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919472"/>
            <a:ext cx="64008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3776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✅  Returns single VALUE (not array)  |  Stops at first match (fast!)  |  Returns undefined if nothing found — always check!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 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 Methods — Complete Comparison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· map · filter · find — when to use which?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463040" cy="47548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789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83080" y="1078992"/>
            <a:ext cx="132588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107899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Returns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1078992"/>
            <a:ext cx="1508760" cy="4754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0789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Length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078992"/>
            <a:ext cx="1508760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0789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 For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078992"/>
            <a:ext cx="1508760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789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Modifies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Original?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35240" y="1078992"/>
            <a:ext cx="150876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10789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Stops Early?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1554480"/>
            <a:ext cx="146304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155448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forEach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83080" y="1554480"/>
            <a:ext cx="1325880" cy="713232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1554480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undefined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08960" y="1554480"/>
            <a:ext cx="1508760" cy="713232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3824" y="1554480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554480"/>
            <a:ext cx="1508760" cy="713232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72584" y="1554480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Side effects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(logging, DOM)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1554480"/>
            <a:ext cx="1508760" cy="713232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1554480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No*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35240" y="1554480"/>
            <a:ext cx="1508760" cy="713232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0104" y="1554480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2304288"/>
            <a:ext cx="146304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2304288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783080" y="2304288"/>
            <a:ext cx="1325880" cy="713232"/>
          </a:xfrm>
          <a:prstGeom prst="rect">
            <a:avLst/>
          </a:prstGeom>
          <a:solidFill>
            <a:srgbClr val="E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37944" y="2304288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New Array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108960" y="2304288"/>
            <a:ext cx="1508760" cy="713232"/>
          </a:xfrm>
          <a:prstGeom prst="rect">
            <a:avLst/>
          </a:prstGeom>
          <a:solidFill>
            <a:srgbClr val="E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63824" y="2304288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Same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17720" y="2304288"/>
            <a:ext cx="1508760" cy="713232"/>
          </a:xfrm>
          <a:prstGeom prst="rect">
            <a:avLst/>
          </a:prstGeom>
          <a:solidFill>
            <a:srgbClr val="E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72584" y="2304288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Transform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every item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2304288"/>
            <a:ext cx="1508760" cy="713232"/>
          </a:xfrm>
          <a:prstGeom prst="rect">
            <a:avLst/>
          </a:prstGeom>
          <a:solidFill>
            <a:srgbClr val="E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2304288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635240" y="2304288"/>
            <a:ext cx="1508760" cy="713232"/>
          </a:xfrm>
          <a:prstGeom prst="rect">
            <a:avLst/>
          </a:prstGeom>
          <a:solidFill>
            <a:srgbClr val="E0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0104" y="2304288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3054096"/>
            <a:ext cx="1463040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" y="3054096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filter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783080" y="3054096"/>
            <a:ext cx="1325880" cy="713232"/>
          </a:xfrm>
          <a:prstGeom prst="rect">
            <a:avLst/>
          </a:prstGeom>
          <a:solidFill>
            <a:srgbClr val="F5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37944" y="3054096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New Array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108960" y="3054096"/>
            <a:ext cx="1508760" cy="713232"/>
          </a:xfrm>
          <a:prstGeom prst="rect">
            <a:avLst/>
          </a:prstGeom>
          <a:solidFill>
            <a:srgbClr val="F5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63824" y="3054096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≤ original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17720" y="3054096"/>
            <a:ext cx="1508760" cy="713232"/>
          </a:xfrm>
          <a:prstGeom prst="rect">
            <a:avLst/>
          </a:prstGeom>
          <a:solidFill>
            <a:srgbClr val="F5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72584" y="3054096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Keep items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that pass test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26480" y="3054096"/>
            <a:ext cx="1508760" cy="713232"/>
          </a:xfrm>
          <a:prstGeom prst="rect">
            <a:avLst/>
          </a:prstGeom>
          <a:solidFill>
            <a:srgbClr val="F5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81344" y="3054096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635240" y="3054096"/>
            <a:ext cx="1508760" cy="713232"/>
          </a:xfrm>
          <a:prstGeom prst="rect">
            <a:avLst/>
          </a:prstGeom>
          <a:solidFill>
            <a:srgbClr val="F5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90104" y="3054096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20040" y="3803904"/>
            <a:ext cx="146304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3803904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find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783080" y="3803904"/>
            <a:ext cx="1325880" cy="713232"/>
          </a:xfrm>
          <a:prstGeom prst="rect">
            <a:avLst/>
          </a:prstGeom>
          <a:solidFill>
            <a:srgbClr val="ED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37944" y="3803904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Element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or undefined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108960" y="3803904"/>
            <a:ext cx="1508760" cy="713232"/>
          </a:xfrm>
          <a:prstGeom prst="rect">
            <a:avLst/>
          </a:prstGeom>
          <a:solidFill>
            <a:srgbClr val="ED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63824" y="380390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 item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617720" y="3803904"/>
            <a:ext cx="1508760" cy="713232"/>
          </a:xfrm>
          <a:prstGeom prst="rect">
            <a:avLst/>
          </a:prstGeom>
          <a:solidFill>
            <a:srgbClr val="ED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72584" y="380390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Get first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match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126480" y="3803904"/>
            <a:ext cx="1508760" cy="713232"/>
          </a:xfrm>
          <a:prstGeom prst="rect">
            <a:avLst/>
          </a:prstGeom>
          <a:solidFill>
            <a:srgbClr val="ED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81344" y="380390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635240" y="3803904"/>
            <a:ext cx="1508760" cy="713232"/>
          </a:xfrm>
          <a:prstGeom prst="rect">
            <a:avLst/>
          </a:prstGeom>
          <a:solidFill>
            <a:srgbClr val="ED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90104" y="380390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Yes ✅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20040" y="4663440"/>
            <a:ext cx="64008" cy="29260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470001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</a:rPr>
              <a:t>💡  Rule of thumb: forEach→do something  |  map→change something  |  filter→remove something  |  find→locate something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ADVANCED  USAGE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Chaining Methods Together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filter + map + find for powerful, readable data pipelines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3474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Real-world example: E-commerce product filtering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products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1, name: "Shirt",  category: "clothing", price: 500,  inStock: true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2, name: "Laptop", category: "tech",     price: 85000, inStock: false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3, name: "Pants",  category: "clothing", price: 1200, inStock: true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4, name: "Phone",  category: "tech",     price: 45000, inStock: true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5, name: "Jacket", category: "clothing", price: 3500, inStock: false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Step 1: filter → get only in-stock clothing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Step 2: map    → apply discount &amp; format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Step 3: find   → get a specific item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products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.filter(p =&gt; p.category === "clothing" &amp;&amp; p.inStock)   // Step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.map(p =&gt; ({                                            // Step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...p,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discountedPrice: (p.price * 0.9).toFixed(2),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label: `${p.name} - PKR ${p.price}`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.find(p =&gt; p.id === 3);                                 // Step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id:3, name:"Pants", discountedPrice:"1080.00", ...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Another chain: get names of items under a budget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affordable = products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.filter(p =&gt; p.price &lt; 2000 &amp;&amp; p.inStock)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.map(p =&gt; p.name);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["Shirt", "Pants"]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4663440"/>
            <a:ext cx="64008" cy="29260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</a:rPr>
              <a:t>✅  Chains read like English sentences! filter (which ones?) → map (what do we need?) → find (which specific one?)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REAL-WORLD  USE 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Use Cases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features are used in actual web development projects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52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🌐  API Responses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Use map() to transform API data into UI-ready format. Use filter() to show only active/relevant records. Use find() to locate a record by ID.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78992"/>
            <a:ext cx="64008" cy="1170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52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🔍  Search &amp; Filter UI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8132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Live search bars use filter() with .includes(). Dropdowns with multi-select use filter() + map(). URL params destructured to get search values.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77440"/>
            <a:ext cx="64008" cy="1170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450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🧩  React / Vue Components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277977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Props are object-destructured in component params. map() renders lists of JSX elements. Spread merges props or state objects cleanly.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77440"/>
            <a:ext cx="64008" cy="1170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450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📦  State Management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77977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Spread operator creates immutable state copies. Rest collects unknown config options. Destructuring extracts Redux action payloads.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675888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675888"/>
            <a:ext cx="64008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🛒  Shopping Cart / CRUD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407822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filter() removes items from cart. map() updates quantities. find() locates a product. forEach() syncs cart with localStorage.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675888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675888"/>
            <a:ext cx="64008" cy="1170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⚙️  Utility Functions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407822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Rest params build flexible utility functions. Spread merges config objects. Destructuring cleanly handles function options objects.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  CASES  DEEP 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Destructuring in Practice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you'll encounter this in real projects every 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36118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1. Import/Require Modules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useState, useEffect } = require("react");  // React hooks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readFile, writeFile } = require("fs");     // Node.js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2. API / fetch() response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loadUser(id)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await fetch(`/api/users/${id}`);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name, email, role, ...profile } = await response.json();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name, email, role 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3. Event handling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document.addEventListener("keydown", ({ key, ctrlKey, shiftKey })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(ctrlKey &amp;&amp; key === "s") saveDocument();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4. Array return from functions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[data, error, loading] = useFetchData("/api/products");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5. Loop through data with forEach + destructuring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orders = [{ id:1, total:500 }, { id:2, total:1200 }];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orders.forEach(({ id, total })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console.log(`Order #${id}: PKR ${total}`);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6. Swap via destructuring (no temp variable!)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"first", b = "second";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[a, b] = [b, a];  // a="second", b="first"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4800600"/>
            <a:ext cx="64008" cy="2743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8188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369A1"/>
                </a:solidFill>
              </a:rPr>
              <a:t>💡  You will use these DAILY in React, Node.js, Vue, Express — mastering them makes your code professional-grade.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COMMON  MISTAKES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 &amp; How to Fix Them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students commonly make — learn from them now!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map vs forEach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44168"/>
            <a:ext cx="4114800" cy="148132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35608"/>
            <a:ext cx="38404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Using map when you just want a side effect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doubled = arr.map(n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console.log(n); // side effect only!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forgot to return!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doubled = [undefined, undefined...]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344168"/>
            <a:ext cx="4160520" cy="148132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35608"/>
            <a:ext cx="38862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Use forEach for side effects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arr.forEach(n =&gt; console.log(n));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Use map when you want the result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doubled = arr.map(n =&gt; n * 2);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97180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Rest &amp; forEach Pitfalls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264408"/>
            <a:ext cx="4114800" cy="148132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355848"/>
            <a:ext cx="38404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Rest param not last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bad(a, ...b, c) {} // SyntaxError!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Trying to break out of forEach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[1,2,3].forEach(n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if(n === 2) break; // SyntaxError!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3264408"/>
            <a:ext cx="4160520" cy="148132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355848"/>
            <a:ext cx="38862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Rest must be last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good(a, b, ...rest) {}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Use for...of to break early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n of [1,2,3])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if(n === 2) break; // Works!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892040"/>
            <a:ext cx="8503920" cy="274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892040"/>
            <a:ext cx="64008" cy="274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103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</a:rPr>
              <a:t>🚀  Tip: Always ask — 'Do I need the result?' → YES → map/filter/find   |   NO → forEach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Quick Reference Cheatsheet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8503920" cy="37490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DESTRUCTURING ─────────────────────────────────────────────────────────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[a, b, ...rest]  = [1, 2, 3, 4];       // Array destructuring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x, y = 0 }    = point;                // Object + default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name: n }      = user;                // Rename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f({ id, name }) {}                    // Param destructuring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SPREAD ──────────────────────────────────────────────────────────────────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arr2  = [...arr1, 4, 5];                // Merge/expand array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obj2  = { ...obj1, extra: true };       // Merge/expand object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fn(...args);                                  // Pass array as args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REST ────────────────────────────────────────────────────────────────────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f(first, ...others) {}               // Collect remaining args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[head, ...tail] = array;                // In destructuring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ARRAY METHODS ───────────────────────────────────────────────────────────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arr.forEach((item, i) =&gt; { /* side effect */ });  // void, no return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arr.map(item =&gt; transform(item));                 // new array, same length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arr.filter(item =&gt; condition(item));              // new array, shorter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arr.find(item =&gt; condition(item));                // first match or undefined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CHAINING ────────────────────────────────────────────────────────────────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arr.filter(x =&gt; x.active).map(x =&gt; x.name).find(n =&gt; n === "Ali");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B6D4"/>
                </a:solidFill>
              </a:rPr>
              <a:t>Array → forEach (side effect)  |  map (transform)  |  filter (condition)  |  find (single item)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Now ES6+ Ready! 🚀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Summary of everything we covered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🔷  Destructuring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54680" y="141732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E0"/>
                </a:solidFill>
              </a:rPr>
              <a:t>Unpack arrays (by position) &amp; objects (by key) cleanly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🔷  Nested Destructuring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185623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E0"/>
                </a:solidFill>
              </a:rPr>
              <a:t>Go deep — destructure objects/arrays inside objects/arrays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🟢  Spread ( ... 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229514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E0"/>
                </a:solidFill>
              </a:rPr>
              <a:t>EXPAND: merge arrays, clone objects, pass args to functions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340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🔴  Rest  ( ... 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2734056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E0"/>
                </a:solidFill>
              </a:rPr>
              <a:t>COLLECT: gather remaining items into one array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72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🔵  forEach()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317296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E0"/>
                </a:solidFill>
              </a:rPr>
              <a:t>Iterate for side effects — no return value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🔵  map()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361188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E0"/>
                </a:solidFill>
              </a:rPr>
              <a:t>Transform every element → returns new array of same length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050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🔵  filter()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54680" y="405079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E0"/>
                </a:solidFill>
              </a:rPr>
              <a:t>Keep matching elements → returns shorter new array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4897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🔵  find()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54680" y="448970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E0"/>
                </a:solidFill>
              </a:rPr>
              <a:t>Locate first match → returns single value or undefined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Practice → Build → Master!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ES6+ JavaScript - Modern Web Development</dc:title>
  <dc:subject>PptxGenJS Presentation</dc:subject>
  <dc:creator>PptxGenJS</dc:creator>
  <cp:lastModifiedBy>PptxGenJS</cp:lastModifiedBy>
  <cp:revision>1</cp:revision>
  <dcterms:created xsi:type="dcterms:W3CDTF">2026-06-06T21:54:42Z</dcterms:created>
  <dcterms:modified xsi:type="dcterms:W3CDTF">2026-06-06T21:54:42Z</dcterms:modified>
</cp:coreProperties>
</file>