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3474720"/>
            <a:ext cx="1371600" cy="1371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572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06240" y="6400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206240" y="114300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&amp;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Hoisting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206240" y="2926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Guide for Web Developers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28600" y="20116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var / let / const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28600" y="23957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Lexical Scope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28600" y="277977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Scope Chain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28600" y="316382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Closures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28600" y="35478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Hoisting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28600" y="393192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TDZ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Will Cover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1605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7160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716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43560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— What &amp; Why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5564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Definition, types, and why scope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1605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402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3042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&amp; Local Scope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62432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variables live in different environments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108960"/>
            <a:ext cx="41605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10896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108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17296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Block, Lexical &amp; Function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4930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breakdown of every scope type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977640"/>
            <a:ext cx="41605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97764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977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04164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Chain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3616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JS looks up variables step by step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1371600"/>
            <a:ext cx="41605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37160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37160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143560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94960" y="175564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remembering their birth scope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2240280"/>
            <a:ext cx="41605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24028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224028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230428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Hoisting — Deep Dive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262432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var, let, const, function hoisting rules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108960"/>
            <a:ext cx="41605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10896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10896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94960" y="317296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Dead Zone (TDZ)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94960" y="349300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silent killer behind let &amp; const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00600" y="3977640"/>
            <a:ext cx="4160520" cy="7498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977640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3977640"/>
            <a:ext cx="502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94960" y="4041648"/>
            <a:ext cx="3456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 &amp; Best Practices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94960" y="4361688"/>
            <a:ext cx="3456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patterns and gotchas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BASICS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Scope?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" y="14218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37160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defines the region of code where a variable or function is accessible.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65760" y="2011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scope as a visibility boundary — it determines what your code can 'see' and 'use' at any given point during execution.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65760" y="2788920"/>
            <a:ext cx="50292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2788920"/>
            <a:ext cx="36576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8072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Controls Access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0815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unintended variable access from other parts of code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65760" y="3447288"/>
            <a:ext cx="50292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5760" y="3447288"/>
            <a:ext cx="36576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" y="34655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Avoids Collisions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373989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variable name can exist in different scopes safely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65760" y="4105656"/>
            <a:ext cx="50292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4105656"/>
            <a:ext cx="36576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41239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Memory Management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3982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engine deallocates out-of-scope variables automatically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577840" y="1920240"/>
            <a:ext cx="3291840" cy="3017520"/>
          </a:xfrm>
          <a:prstGeom prst="rect">
            <a:avLst/>
          </a:prstGeom>
          <a:solidFill>
            <a:srgbClr val="0F27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66928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 Real-World Analogy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669280" y="23774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your code like a house: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HOUSE = Global Scope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(everyone can access)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ROOM = Function Scope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(only people inside)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DRAWER = Block Scope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(only that block's code)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TYPES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Scope in JavaScript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420624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80160"/>
            <a:ext cx="4206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07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 Global Scope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824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outside all functions/blocks. Accessible everywhere in the program. Becomes a property of the window object in browsers.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1480" y="2212848"/>
            <a:ext cx="4023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212848"/>
            <a:ext cx="36576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304288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globalVar = 'I am global';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show()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console.log(globalVar); // ✅ accessible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420624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280160"/>
            <a:ext cx="4206240" cy="3474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07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Function 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6824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declared inside a function with var. Only accessible within that function and its nested functions.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212848"/>
            <a:ext cx="4023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212848"/>
            <a:ext cx="36576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304288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msg = 'Hello';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console.log(msg); // ✅ works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console.log(msg); // ❌ ReferenceError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420624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154680"/>
            <a:ext cx="4206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182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Block Scope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355701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declared with let or const inside {} are only accessible within that block. Introduced in ES6.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11480" y="4087368"/>
            <a:ext cx="4023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4087368"/>
            <a:ext cx="36576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" y="4178808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(true)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x = 10;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y = 20;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console.log(x); // ✅ 10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console.log(x); // ❌ ReferenceError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154680"/>
            <a:ext cx="4206240" cy="173736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154680"/>
            <a:ext cx="4206240" cy="34747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821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📁  Module Scope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46320" y="355701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ES Modules (.mjs or type='module'), variables are scoped to the module file by default. Must use export/import.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46320" y="4087368"/>
            <a:ext cx="402336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46320" y="4087368"/>
            <a:ext cx="36576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4178808"/>
            <a:ext cx="3822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moduleA.js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secret = 'hidden';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public = 'shared';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accessible outside unless exported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vs LET vs CONST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Differences: var, let &amp; const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2024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40280" y="1188720"/>
            <a:ext cx="2331720" cy="384048"/>
          </a:xfrm>
          <a:prstGeom prst="rect">
            <a:avLst/>
          </a:prstGeom>
          <a:solidFill>
            <a:srgbClr val="B45309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1887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2331720" cy="384048"/>
          </a:xfrm>
          <a:prstGeom prst="rect">
            <a:avLst/>
          </a:prstGeom>
          <a:solidFill>
            <a:srgbClr val="1D4ED8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1887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903720" y="1188720"/>
            <a:ext cx="233172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1887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" y="1572768"/>
            <a:ext cx="192024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7276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40280" y="1572768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0" y="157276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572768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57276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03720" y="1572768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157276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011680"/>
            <a:ext cx="1920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01168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Re-declare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40280" y="2011680"/>
            <a:ext cx="2331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01168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011680"/>
            <a:ext cx="2331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01168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03720" y="2011680"/>
            <a:ext cx="2331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201168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450592"/>
            <a:ext cx="192024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45059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Re-assign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40280" y="2450592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45059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450592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245059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03720" y="2450592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2450592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889504"/>
            <a:ext cx="1920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88950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Hoisted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240280" y="2889504"/>
            <a:ext cx="2331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86000" y="288950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(as undefined)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0" y="2889504"/>
            <a:ext cx="2331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17720" y="288950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(TDZ)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03720" y="2889504"/>
            <a:ext cx="2331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2889504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(TDZ)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3328416"/>
            <a:ext cx="192024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32841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object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240280" y="3328416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0" y="332841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window prop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0" y="3328416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332841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03720" y="3328416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49440" y="3328416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3767328"/>
            <a:ext cx="192024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376732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 loops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240280" y="3767328"/>
            <a:ext cx="2331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86000" y="376732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Shared ref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0" y="3767328"/>
            <a:ext cx="2331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376732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New binding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03720" y="3767328"/>
            <a:ext cx="2331720" cy="438912"/>
          </a:xfrm>
          <a:prstGeom prst="rect">
            <a:avLst/>
          </a:prstGeom>
          <a:solidFill>
            <a:srgbClr val="1E3A5F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49440" y="3767328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New binding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4206240"/>
            <a:ext cx="192024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65760" y="420624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240280" y="4206240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86000" y="420624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Avoid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572000" y="4206240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617720" y="420624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Recommended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903720" y="4206240"/>
            <a:ext cx="2331720" cy="438912"/>
          </a:xfrm>
          <a:prstGeom prst="rect">
            <a:avLst/>
          </a:prstGeom>
          <a:solidFill>
            <a:srgbClr val="1E2D3D"/>
          </a:solidFill>
          <a:ln w="12700">
            <a:solidFill>
              <a:srgbClr val="2D3E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949440" y="4206240"/>
            <a:ext cx="2240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Preferred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0040" y="4681728"/>
            <a:ext cx="8503920" cy="329184"/>
          </a:xfrm>
          <a:prstGeom prst="rect">
            <a:avLst/>
          </a:prstGeom>
          <a:solidFill>
            <a:srgbClr val="0C3B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457200" y="470001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Best Practice: Use const by default. Use let when re-assignment is needed. Avoid var in modern JavaScript.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SCOPE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Lexical Scope (Static Scope)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scope means a function's scope is determined by WHERE it is written in the source code — not where it is called from.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5120640" cy="2971800"/>
          </a:xfrm>
          <a:prstGeom prst="rect">
            <a:avLst/>
          </a:prstGeom>
          <a:solidFill>
            <a:srgbClr val="1E3A5F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9019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Scope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85800" y="2286000"/>
            <a:ext cx="4480560" cy="2331720"/>
          </a:xfrm>
          <a:prstGeom prst="rect">
            <a:avLst/>
          </a:prstGeom>
          <a:solidFill>
            <a:srgbClr val="065A82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042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outer() Scope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2724912"/>
            <a:ext cx="3840480" cy="1572768"/>
          </a:xfrm>
          <a:prstGeom prst="rect">
            <a:avLst/>
          </a:prstGeom>
          <a:solidFill>
            <a:srgbClr val="0369A1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743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inner() Scope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22128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 = 'global';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71600" y="26517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 = 'outer';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371600" y="30632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 = 'inner';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console.log(a, b, c);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✅ sees all 3!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69280" y="1737360"/>
            <a:ext cx="3200400" cy="320040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06440" y="1828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Rules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06440" y="224028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21284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functions can access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function variables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06440" y="289864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2871216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functions CANNOT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inner variables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06440" y="35570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3529584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set at write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 call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06440" y="421538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41879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closures work 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of birth scope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681728"/>
            <a:ext cx="5074920" cy="320040"/>
          </a:xfrm>
          <a:prstGeom prst="rect">
            <a:avLst/>
          </a:prstGeom>
          <a:solidFill>
            <a:srgbClr val="0C3B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70001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Lexical = based on location in source code, not execution context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CHAIN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Scope Chain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variable is not found in the current scope, JS looks UP the chain toward the global scope — this is the Scope Chain.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36576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36576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10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inner() scope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z = 30;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37360" y="2514600"/>
            <a:ext cx="3657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51460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look 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36576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97480"/>
            <a:ext cx="36576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70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middle()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y = 20;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737360" y="3474720"/>
            <a:ext cx="3657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47472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look up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36576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57600"/>
            <a:ext cx="36576" cy="7772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outer() scope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x = 10;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737360" y="4434840"/>
            <a:ext cx="3657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43484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look up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617720"/>
            <a:ext cx="36576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617720"/>
            <a:ext cx="36576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690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Global scope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50017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w = 0;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51960" y="1691640"/>
            <a:ext cx="457200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51960" y="1691640"/>
            <a:ext cx="36576" cy="3246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61688" y="1783080"/>
            <a:ext cx="437083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outer()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x = 10;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middle()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y = 20;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function inner()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let z = 30;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Looking up the chain: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console.log(z); // found here 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console.log(y); // found in middle 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console.log(x); // found in outer 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console.log(w); // found in global ✅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inner();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middle();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51960" y="5029200"/>
            <a:ext cx="4572000" cy="347472"/>
          </a:xfrm>
          <a:prstGeom prst="rect">
            <a:avLst/>
          </a:prstGeom>
          <a:solidFill>
            <a:srgbClr val="0C3B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343400" y="50474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If variable not found anywhere in chain → ReferenceError is thrown!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closure is a function that REMEMBERS the variables from its lexical scope even after that scope has finished executing.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810512"/>
            <a:ext cx="4846320" cy="3127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10512"/>
            <a:ext cx="36576" cy="3127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901952"/>
            <a:ext cx="4645152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makeCounter()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count = 0;  // lives in makeCounter's scope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function increment()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count++;  // still accesses count via closure!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count;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counter = makeCounter();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makeCounter() has finished executing, but...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console.log(counter()); // 1  ← count is still alive!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console.log(counter()); // 2  ← closure remembers 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console.log(counter()); // 3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94960" y="1783080"/>
            <a:ext cx="3429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394960" y="1783080"/>
            <a:ext cx="36576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801368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Privacy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41264" y="20756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Emulate private variables — hide state from outside world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94960" y="2441448"/>
            <a:ext cx="3429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394960" y="2441448"/>
            <a:ext cx="36576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41264" y="245973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Factory Functions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41264" y="273405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multiple independent instances with shared logic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94960" y="3099816"/>
            <a:ext cx="3429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94960" y="3099816"/>
            <a:ext cx="36576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41264" y="311810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 Handlers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41264" y="33924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 remember variables from outer function scope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94960" y="3758184"/>
            <a:ext cx="3429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94960" y="3758184"/>
            <a:ext cx="36576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377647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Memoization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41264" y="405079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expensive results inside a closure's private cache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94960" y="4416552"/>
            <a:ext cx="342900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94960" y="4416552"/>
            <a:ext cx="36576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41264" y="443484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Partial Application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41264" y="470916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Pre-fill function arguments for reuse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Hoisting?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is JavaScript's behavior of moving declarations to the TOP of their scope before code execution — as if they were physically moved up.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65760" y="17556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Only DECLARATIONS are hoisted — not initializations (assignments)!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You Write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393192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514600"/>
            <a:ext cx="36576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2606040"/>
            <a:ext cx="37307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console.log(name); // undefined (not error!)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name = "Alice";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console.log(name); // "Alice"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sayHello(); // Works! "Hello!"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sayHello()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console.log("Hello!");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2834640"/>
            <a:ext cx="36576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0" y="3154680"/>
            <a:ext cx="457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663440" y="219456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JS Actually Does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4160520" cy="242316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514600"/>
            <a:ext cx="36576" cy="2423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606040"/>
            <a:ext cx="3959352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↑ HOISTED by JS engine: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name;  // declaration hoisted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sayHello() { // fully hoisted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console.log("Hello!");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Execution continues here: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console.log(name); // undefined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= "Alice";    // assignment stays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console.log(name); // "Alice"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sayHello();        // works!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5074920"/>
            <a:ext cx="8412480" cy="320040"/>
          </a:xfrm>
          <a:prstGeom prst="rect">
            <a:avLst/>
          </a:prstGeom>
          <a:solidFill>
            <a:srgbClr val="1A1F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509320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JS does a two-pass: first scans for declarations (compile phase), then executes line by line (execution phase).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— var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var Hoisting in Detail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declarations are hoisted to the TOP of their FUNCTION scope and initialized with undefined.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502920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37360"/>
            <a:ext cx="36576" cy="3246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828800"/>
            <a:ext cx="482803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 1: var inside function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example()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console.log(x); // undefined (hoisted)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x = 5;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console.log(x); // 5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 2: var in block - NOT block scoped!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(true)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var blockVar = "I escape the block!";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console.log(blockVar); // "I escape the block!" ← DANGER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Example 3: var in loop — classic bug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i = 0; i &lt; 3; i++)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console.log(i), 100);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3, 3, 3  (not 0, 1, 2 as expected!)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577840" y="1719072"/>
            <a:ext cx="329184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173736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⬆️ Hoisted to function 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201168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block-scoped, escapes if/for blocks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0" y="2377440"/>
            <a:ext cx="329184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15000" y="239572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Initialized as undefined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267004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before assignment gives undefined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77840" y="3035808"/>
            <a:ext cx="329184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30540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🔁 Can be re-declared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15000" y="3328416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x; var x; is valid — no error!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77840" y="3694176"/>
            <a:ext cx="329184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15000" y="37124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🪟 Becomes window property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15000" y="398678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window.myVar === myVar in browsers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77840" y="4352544"/>
            <a:ext cx="3291840" cy="56692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15000" y="43708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Loop closure bug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15000" y="4645152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(var i) shares same i — use let!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5093208"/>
            <a:ext cx="8503920" cy="320040"/>
          </a:xfrm>
          <a:prstGeom prst="rect">
            <a:avLst/>
          </a:prstGeom>
          <a:solidFill>
            <a:srgbClr val="2D1B00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511149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var's function-scoping and hoisting behavior are major sources of bugs. Always prefer let and const.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— let &amp; const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 &amp; const Hoisting + Temporal Dead Zone (TDZ)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and const ARE hoisted — but unlike var, they are NOT initialized. They live in the Temporal Dead Zone (TDZ) until their declaration line is reached.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Temporal Dead Zone Timeline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011680"/>
            <a:ext cx="54864" cy="23774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039112"/>
            <a:ext cx="320040" cy="3200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91640" y="2011680"/>
            <a:ext cx="338328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810512" y="203911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⬆️ Scope Start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(let x hoisted,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init)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234440" y="2542032"/>
            <a:ext cx="320040" cy="3200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91640" y="2514600"/>
            <a:ext cx="338328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810512" y="25420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TDZ Zone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access here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ReferenceError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234440" y="3273552"/>
            <a:ext cx="320040" cy="3200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3246120"/>
            <a:ext cx="338328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10512" y="32735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Declaration Line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x = 10;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(TDZ ends here)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34440" y="3959352"/>
            <a:ext cx="320040" cy="3200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91640" y="3931920"/>
            <a:ext cx="3383280" cy="621792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10512" y="395935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Safe Zone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accessible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12080" y="1691640"/>
            <a:ext cx="3657600" cy="324612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0" y="1691640"/>
            <a:ext cx="36576" cy="3246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21808" y="1783080"/>
            <a:ext cx="3456432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TDZ Example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console.log(a); // ❌ ReferenceError!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5;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Function hoisting (safe)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greet(); // ✅ Works! "Hi"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greet() { return "Hi"; }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Arrow function — NOT safe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sayBye(); // ❌ ReferenceError!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sayBye = () =&gt; "Bye";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must be initialized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PI; // ❌ SyntaxError!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 = 3.14; // ✅ correct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5760" y="5084064"/>
            <a:ext cx="8503920" cy="338328"/>
          </a:xfrm>
          <a:prstGeom prst="rect">
            <a:avLst/>
          </a:prstGeom>
          <a:solidFill>
            <a:srgbClr val="0C3B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51023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TDZ prevents the "undefined bugs" of var — accessing let/const before declaration is a hard error, making bugs easier to catch!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HOISTING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Function Hoisting: Declarations vs Expressions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functions behave the same way when hoisted. The type of function definition matters enormously.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283464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91640"/>
            <a:ext cx="2834640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709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Function Declaration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93192" y="19202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hoisted — name + body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" y="2148840"/>
            <a:ext cx="269748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" y="2148840"/>
            <a:ext cx="36576" cy="2697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0280"/>
            <a:ext cx="24963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BEFORE definition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sayHi(); // "Hi!"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sayHi()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console.log("Hi!");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ENTIRE function is hoisted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(name + body both moved up)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691640"/>
            <a:ext cx="283464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691640"/>
            <a:ext cx="283464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709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⚠️ Function Expression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9272" y="19202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var hoisted (as undefined)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19272" y="2148840"/>
            <a:ext cx="269748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19272" y="2148840"/>
            <a:ext cx="36576" cy="2697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240280"/>
            <a:ext cx="24963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before definition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sayHello(); // TypeError!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(sayHello is undefined, not a fn)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sayHello = function()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console.log("Hello!");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'var sayHello' is hoisted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691640"/>
            <a:ext cx="2834640" cy="324612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691640"/>
            <a:ext cx="2834640" cy="365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170992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Arrow Function (const)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45352" y="19202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TDZ — ReferenceError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45352" y="2148840"/>
            <a:ext cx="2697480" cy="269748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45352" y="2148840"/>
            <a:ext cx="36576" cy="2697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240280"/>
            <a:ext cx="24963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Call before definition 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greet(); // ReferenceError!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(in TDZ, cannot access)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greet = () =&gt;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console.log("Hey!");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const = TDZ until this line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5029200"/>
            <a:ext cx="8503920" cy="384048"/>
          </a:xfrm>
          <a:prstGeom prst="rect">
            <a:avLst/>
          </a:prstGeom>
          <a:solidFill>
            <a:srgbClr val="0C1A2E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57200" y="50657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Summary:  Declaration → Fully hoisted ✅   |   var Expression → Hoisted as undefined ⚠️   |   let/const Arrow → TDZ ❌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HOISTING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Hoisting: Quick-Reference Cheat Sheet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Keyword / Type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234440"/>
            <a:ext cx="13716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17520" y="1234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Hoisted?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234440"/>
            <a:ext cx="155448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12344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Initialized?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0" y="1234440"/>
            <a:ext cx="91440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23444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TDZ?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1234440"/>
            <a:ext cx="201168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1234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Before Decl?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581912"/>
            <a:ext cx="27432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15819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17520" y="1581912"/>
            <a:ext cx="13716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81528" y="15819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1581912"/>
            <a:ext cx="155448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53128" y="15819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undefined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0" y="1581912"/>
            <a:ext cx="9144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581912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1581912"/>
            <a:ext cx="201168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22008" y="15819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undefined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039112"/>
            <a:ext cx="2743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20391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017520" y="2039112"/>
            <a:ext cx="1371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81528" y="20391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389120" y="2039112"/>
            <a:ext cx="1554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53128" y="20391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2039112"/>
            <a:ext cx="9144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07608" y="2039112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2039112"/>
            <a:ext cx="20116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22008" y="20391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ReferenceError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2496312"/>
            <a:ext cx="27432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" y="24963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017520" y="2496312"/>
            <a:ext cx="13716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81528" y="24963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389120" y="2496312"/>
            <a:ext cx="155448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53128" y="24963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0" y="2496312"/>
            <a:ext cx="9144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07608" y="2496312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2496312"/>
            <a:ext cx="201168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22008" y="24963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ReferenceError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74320" y="2953512"/>
            <a:ext cx="2743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38328" y="29535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declaration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017520" y="2953512"/>
            <a:ext cx="1371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81528" y="29535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389120" y="2953512"/>
            <a:ext cx="1554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53128" y="29535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body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0" y="2953512"/>
            <a:ext cx="9144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07608" y="2953512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858000" y="2953512"/>
            <a:ext cx="20116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22008" y="29535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Safe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74320" y="3410712"/>
            <a:ext cx="27432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" y="34107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+ function expr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017520" y="3410712"/>
            <a:ext cx="13716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81528" y="34107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4389120" y="3410712"/>
            <a:ext cx="155448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53128" y="34107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undefined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5943600" y="3410712"/>
            <a:ext cx="9144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07608" y="3410712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858000" y="3410712"/>
            <a:ext cx="201168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22008" y="34107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TypeError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274320" y="3867912"/>
            <a:ext cx="27432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38328" y="38679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let/const + arrow fn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17520" y="3867912"/>
            <a:ext cx="13716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81528" y="38679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389120" y="3867912"/>
            <a:ext cx="15544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453128" y="38679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943600" y="3867912"/>
            <a:ext cx="91440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07608" y="3867912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858000" y="3867912"/>
            <a:ext cx="20116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22008" y="38679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ReferenceError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274320" y="4325112"/>
            <a:ext cx="27432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38328" y="4325112"/>
            <a:ext cx="2615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declaration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3017520" y="4325112"/>
            <a:ext cx="13716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081528" y="4325112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4389120" y="4325112"/>
            <a:ext cx="155448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53128" y="432511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5943600" y="4325112"/>
            <a:ext cx="91440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007608" y="4325112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6858000" y="4325112"/>
            <a:ext cx="2011680" cy="457200"/>
          </a:xfrm>
          <a:prstGeom prst="rect">
            <a:avLst/>
          </a:prstGeom>
          <a:solidFill>
            <a:srgbClr val="1A2535"/>
          </a:solidFill>
          <a:ln w="12700">
            <a:solidFill>
              <a:srgbClr val="25354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922008" y="432511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ReferenceError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274320" y="4956048"/>
            <a:ext cx="8595360" cy="365760"/>
          </a:xfrm>
          <a:prstGeom prst="rect">
            <a:avLst/>
          </a:prstGeom>
          <a:solidFill>
            <a:srgbClr val="1A1208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411480" y="499262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Rule of thumb: Use const/let always. Declare functions before use. Never rely on var hoisting.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&amp; GOTCHAS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Bugs &amp; How to Fix Them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2070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1: var in Loop (Classic Closure Trap)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393192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81328"/>
            <a:ext cx="36576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572768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(var i = 0; i &lt; 3;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console.log(i), 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3, 3, 3  ← WRONG!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434840" y="17099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Fix: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481328"/>
            <a:ext cx="416052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81328"/>
            <a:ext cx="36576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3168" y="1572768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i = 0; i &lt; 3; i++)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setTimeout(() =&gt; console.log(i), 100);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0, 1, 2  ← CORRECT!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37744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let creates a new binding per iteration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" y="24871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2: Using var Before Declaration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61488"/>
            <a:ext cx="393192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761488"/>
            <a:ext cx="36576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852928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console.log(score); // undefined ← silent bug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score = 100;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Expected 100, got undefined!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34840" y="29900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Fix: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761488"/>
            <a:ext cx="416052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61488"/>
            <a:ext cx="36576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2852928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score = 100; // declare first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console.log(score); // 100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Or: use let/const — TDZ catches misuse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65760" y="365760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let/const throw explicit errors, easier to debug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7673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Bug 3: Accidental Global Variable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041648"/>
            <a:ext cx="393192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41648"/>
            <a:ext cx="36576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133088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 = 42; // no var/let/const!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console.log(result); // 42 ← leaked to global!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434840" y="427024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Fix: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4041648"/>
            <a:ext cx="4160520" cy="8412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4041648"/>
            <a:ext cx="36576" cy="8412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4133088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calculate()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result = 42; // properly scoped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console.log(result); // ❌ ReferenceError (expected)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937760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Always use const/let/var. Enable 'use strict' mode.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 Cases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852928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34440"/>
            <a:ext cx="2852928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710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Module Pattern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" y="160020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closures to create private state — the foundation of all JS modules before ES6.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3192" y="2011680"/>
            <a:ext cx="270662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3192" y="2011680"/>
            <a:ext cx="3657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03120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counter = (() =&gt;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count = 0; // private!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inc: () =&gt; ++count,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get: () =&gt; count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})();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4408" y="1234440"/>
            <a:ext cx="2852928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234440"/>
            <a:ext cx="2852928" cy="3200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710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Event Listener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37560" y="160020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Closures keep event handlers connected to their outer variables without globals.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011680"/>
            <a:ext cx="270662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2011680"/>
            <a:ext cx="3657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2103120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attachHandler(btn, msg)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btn.addEventListener('click',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() =&gt; alert(msg)); // closure!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08776" y="1234440"/>
            <a:ext cx="2852928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08776" y="1234440"/>
            <a:ext cx="2852928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127101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 Memoization / Cache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81928" y="160020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expensive computation results inside a closure's private scope.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81928" y="2011680"/>
            <a:ext cx="270662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81928" y="2011680"/>
            <a:ext cx="3657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91656" y="2103120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memoize(fn)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cache = {}; // private cache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(n) =&gt; cache[n] ??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(cache[n] = fn(n));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3154680"/>
            <a:ext cx="2852928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3154680"/>
            <a:ext cx="2852928" cy="3200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3192" y="31912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🏭  Factory Functions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93192" y="352044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independent objects with shared behavior and private data.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93192" y="3931920"/>
            <a:ext cx="270662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93192" y="3931920"/>
            <a:ext cx="3657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023360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createUser(name)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let loginCount = 0; // private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login: () =&gt; ++loginCount,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64408" y="3154680"/>
            <a:ext cx="2852928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64408" y="3154680"/>
            <a:ext cx="2852928" cy="320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37560" y="31912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Block Scope Safety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37560" y="352044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let/const in blocks to prevent variable leaks and unintended side effects.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337560" y="3931920"/>
            <a:ext cx="270662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337560" y="3931920"/>
            <a:ext cx="3657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47288" y="4023360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(isLoggedIn)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token = getToken();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processAuth(token);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token not accessible here ✅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208776" y="3154680"/>
            <a:ext cx="2852928" cy="1783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08776" y="3154680"/>
            <a:ext cx="2852928" cy="320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81928" y="319125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IIFE (Isolation)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281928" y="3520440"/>
            <a:ext cx="2706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Immediately Invoked Function Expressions create isolated scopes for scripts.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281928" y="3931920"/>
            <a:ext cx="270662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81928" y="3931920"/>
            <a:ext cx="36576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91656" y="4023360"/>
            <a:ext cx="2505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(function()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privateVar = 'safe';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won't pollute global scope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})(); // runs immediately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 &amp; Rules to Follow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DO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591056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const by default; use let only when re-assignment is needed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84248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66544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984248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variables at the TOP of their scope for readability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459736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542032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459736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declare variables with const/let/var — never implicit globals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935224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017520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935224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block scope ({}) to isolate temporary variables in loops/ifs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10712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11480" y="3493008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410712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named function declarations over expressions for clarity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3968496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86200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'use strict' at the top of files to catch undeclared variables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361688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443984"/>
            <a:ext cx="182880" cy="18288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361688"/>
            <a:ext cx="3730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modules (import/export) for large codebases to avoid globals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11704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DON'T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709160" y="150876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1508760"/>
            <a:ext cx="36576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508760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var in modern JavaScript code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1984248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1984248"/>
            <a:ext cx="36576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984248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rely on hoisting to call variables before declaration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2459736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2459736"/>
            <a:ext cx="36576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459736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create global variables as side effects inside functions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2935224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2935224"/>
            <a:ext cx="36576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46320" y="2935224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deeply nested closures — makes code hard to follow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09160" y="3410712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410712"/>
            <a:ext cx="36576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410712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shadow outer variables with inner same-named variables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709160" y="3886200"/>
            <a:ext cx="4114800" cy="402336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3886200"/>
            <a:ext cx="36576" cy="40233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46320" y="3886200"/>
            <a:ext cx="3904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call function expressions before their assignment line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320040" y="5010912"/>
            <a:ext cx="8503920" cy="347472"/>
          </a:xfrm>
          <a:prstGeom prst="rect">
            <a:avLst/>
          </a:prstGeom>
          <a:solidFill>
            <a:srgbClr val="0F2744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57200" y="504748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Modern Rule:  const &gt; let &gt; var  |  Declare before use  |  Keep scope as narrow as possible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D3D3A"/>
          </a:solidFill>
          <a:ln w="12700">
            <a:solidFill>
              <a:srgbClr val="0D3D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274320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45720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457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= Visibility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4447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where variables/functions are accessible. Types: Global, Function, Block, Module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18688" y="1005840"/>
            <a:ext cx="274320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18688" y="1005840"/>
            <a:ext cx="45720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18688" y="1005840"/>
            <a:ext cx="457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67328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Lexical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67328" y="14447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determined by code position, not call location. Inner scopes see outer variables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71616" y="1005840"/>
            <a:ext cx="274320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71616" y="1005840"/>
            <a:ext cx="45720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71616" y="1005840"/>
            <a:ext cx="457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0256" y="11430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Scope Chain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20256" y="14447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walks up the chain to find variables — stops at global, throws ReferenceError if not found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274320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2377440"/>
            <a:ext cx="45720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377440"/>
            <a:ext cx="457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4400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28163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remember their birth scope even after outer function returns — powerful &amp; essential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18688" y="2377440"/>
            <a:ext cx="274320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2377440"/>
            <a:ext cx="45720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2377440"/>
            <a:ext cx="457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767328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Hoisting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67328" y="28163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Declarations move to scope top. var → undefined. let/const → TDZ. function → fully available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071616" y="2377440"/>
            <a:ext cx="2743200" cy="1207008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71616" y="2377440"/>
            <a:ext cx="457200" cy="1207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71616" y="2377440"/>
            <a:ext cx="457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620256" y="2514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const &gt; let &gt; var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620256" y="281635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var entirely. const by default, let when needed, never implicit globals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1788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JavaScript: Scope &amp; Hoisting  —  Happy Coding! 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JavaScript: Scope &amp; Hoisting</dc:title>
  <dc:subject>PptxGenJS Presentation</dc:subject>
  <dc:creator>PptxGenJS</dc:creator>
  <cp:lastModifiedBy>PptxGenJS</cp:lastModifiedBy>
  <cp:revision>1</cp:revision>
  <dcterms:created xsi:type="dcterms:W3CDTF">2026-06-08T19:58:52Z</dcterms:created>
  <dcterms:modified xsi:type="dcterms:W3CDTF">2026-06-08T19:58:52Z</dcterms:modified>
</cp:coreProperties>
</file>