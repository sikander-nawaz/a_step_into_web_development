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95EE1D-2D03-4AC7-AD22-00FCF80AB762}">
  <a:tblStyle styleId="{F195EE1D-2D03-4AC7-AD22-00FCF80AB7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259532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Data Structures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470993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Objects with Methods, Nested Objects &amp; JSON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3518743"/>
            <a:ext cx="3810000" cy="20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866775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276" y="119062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Objects &amp; Methods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2955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static data into dynamic behavior.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5550"/>
            <a:ext cx="53244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5550"/>
            <a:ext cx="53244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886075"/>
            <a:ext cx="47705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Functions as Properties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286125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method is simply a function definition stored as a property value in an object. It allows objects to perform "actions."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71550" y="4333875"/>
            <a:ext cx="4543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greet: function() { ... }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2886075"/>
            <a:ext cx="47705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ES6 Shorthand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77025" y="3286125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JavaScript allows a cleaner syntax for defining methods without the function keyword or colon.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77025" y="4333875"/>
            <a:ext cx="4543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greet() { ... }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an Object Method?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152775" y="2619375"/>
            <a:ext cx="53244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keyword this refers to the </a:t>
            </a:r>
            <a:r>
              <a:rPr b="1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owner</a:t>
            </a: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 the method — the object itself.</a:t>
            </a:r>
            <a:endParaRPr sz="1600"/>
          </a:p>
        </p:txBody>
      </p:sp>
      <p:sp>
        <p:nvSpPr>
          <p:cNvPr id="116" name="Google Shape;116;p16"/>
          <p:cNvSpPr txBox="1"/>
          <p:nvPr/>
        </p:nvSpPr>
        <p:spPr>
          <a:xfrm>
            <a:off x="3152775" y="3629025"/>
            <a:ext cx="494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Access internal properties: this.name</a:t>
            </a:r>
            <a:endParaRPr sz="1600"/>
          </a:p>
        </p:txBody>
      </p:sp>
      <p:sp>
        <p:nvSpPr>
          <p:cNvPr id="117" name="Google Shape;117;p16"/>
          <p:cNvSpPr txBox="1"/>
          <p:nvPr/>
        </p:nvSpPr>
        <p:spPr>
          <a:xfrm>
            <a:off x="3152763" y="4194825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context: this value depends on how the function is called.</a:t>
            </a:r>
            <a:endParaRPr sz="1600"/>
          </a:p>
        </p:txBody>
      </p:sp>
      <p:sp>
        <p:nvSpPr>
          <p:cNvPr id="118" name="Google Shape;118;p16"/>
          <p:cNvSpPr txBox="1"/>
          <p:nvPr/>
        </p:nvSpPr>
        <p:spPr>
          <a:xfrm>
            <a:off x="3152775" y="5246250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Arrow functions </a:t>
            </a:r>
            <a:r>
              <a:rPr b="1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 not</a:t>
            </a: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have their own this binding.</a:t>
            </a:r>
            <a:endParaRPr sz="1600"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Power of "this" Keyword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866775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305276" y="119062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Objects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81025" y="22955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Modeling complex, real-world hierarchical data.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6387" y="21812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6667500" y="2743200"/>
            <a:ext cx="51906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Composition</a:t>
            </a:r>
            <a:endParaRPr sz="1800"/>
          </a:p>
        </p:txBody>
      </p:sp>
      <p:sp>
        <p:nvSpPr>
          <p:cNvPr id="135" name="Google Shape;135;p18"/>
          <p:cNvSpPr txBox="1"/>
          <p:nvPr/>
        </p:nvSpPr>
        <p:spPr>
          <a:xfrm>
            <a:off x="6667500" y="3143250"/>
            <a:ext cx="494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Objects can contain other objects as property values. This allows developers to group related data into logical sub-categories.</a:t>
            </a:r>
            <a:endParaRPr sz="1600"/>
          </a:p>
        </p:txBody>
      </p:sp>
      <p:sp>
        <p:nvSpPr>
          <p:cNvPr id="136" name="Google Shape;136;p18"/>
          <p:cNvSpPr txBox="1"/>
          <p:nvPr/>
        </p:nvSpPr>
        <p:spPr>
          <a:xfrm>
            <a:off x="6667500" y="4391625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Example: A 'User' object containing an 'Address' object.</a:t>
            </a:r>
            <a:endParaRPr sz="1600"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4487" y="221932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Hierarchical Structures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9350"/>
            <a:ext cx="34861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19350"/>
            <a:ext cx="34861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19350"/>
            <a:ext cx="34861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803910" y="34766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Dot Notation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76300" y="3933825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Chain properties together for clean access: user.contact.email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575810" y="34766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Bracket Notation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4648200" y="3933825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when property names are dynamic: user['contact']['email']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347710" y="3476625"/>
            <a:ext cx="30403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Chaining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420100" y="3933825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Safely access deep properties without errors: user?.info?.age</a:t>
            </a:r>
            <a:endParaRPr/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7527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7862" y="27527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Accessing Nested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5619750" y="866775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305276" y="119062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Object Notation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81025" y="22955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JSON: The universal language of data exchange.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33675"/>
            <a:ext cx="53244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3675"/>
            <a:ext cx="53244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971550" y="3124200"/>
            <a:ext cx="47705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 Objects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971550" y="3524250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in-memory data structure for program logic. Supports methods, undefined, and unquoted keys.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6677025" y="3124200"/>
            <a:ext cx="47705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JSON Format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677025" y="3524250"/>
            <a:ext cx="45434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string-based data format for storage and transfer. Requires double quotes and has no methods.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JS Objects vs. JSON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2"/>
          <p:cNvGraphicFramePr/>
          <p:nvPr/>
        </p:nvGraphicFramePr>
        <p:xfrm>
          <a:off x="581025" y="2214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{F195EE1D-2D03-4AC7-AD22-00FCF80AB762}</a:tableStyleId>
              </a:tblPr>
              <a:tblGrid>
                <a:gridCol w="2100250"/>
                <a:gridCol w="3900475"/>
                <a:gridCol w="5029200"/>
              </a:tblGrid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JavaScript 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 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Unquoted or Quoted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Must</a:t>
                      </a: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be Double Quoted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Single or Double Quotes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Must</a:t>
                      </a: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be Double Quoted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Allowed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 (inc. undefined)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Limited (String, Num, Obj, Array)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2"/>
          <p:cNvSpPr/>
          <p:nvPr/>
        </p:nvSpPr>
        <p:spPr>
          <a:xfrm>
            <a:off x="581025" y="2900362"/>
            <a:ext cx="210026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681287" y="2900362"/>
            <a:ext cx="39004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581775" y="2900362"/>
            <a:ext cx="50292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81025" y="3552825"/>
            <a:ext cx="2100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2681287" y="3552825"/>
            <a:ext cx="3900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581775" y="3552825"/>
            <a:ext cx="50292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581025" y="4191000"/>
            <a:ext cx="2100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2681287" y="4191000"/>
            <a:ext cx="3900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6581775" y="4191000"/>
            <a:ext cx="50292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1025" y="4829175"/>
            <a:ext cx="2100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2681287" y="4829175"/>
            <a:ext cx="3900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581775" y="4829175"/>
            <a:ext cx="50292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81025" y="5467350"/>
            <a:ext cx="21002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2681287" y="5467350"/>
            <a:ext cx="3900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6581775" y="5467350"/>
            <a:ext cx="50292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JSON Syntax Rules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/>
          <p:nvPr/>
        </p:nvSpPr>
        <p:spPr>
          <a:xfrm>
            <a:off x="581025" y="248319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4654897"/>
            <a:ext cx="1143000" cy="12343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1556146" y="2245072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20362" y="2911822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Create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81025" y="3321397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 JS Object in memory.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4423916" y="2245072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388131" y="2911822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Stringify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3448794" y="3321397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 Object to JSON string.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7291685" y="2245072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255900" y="2911822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Transmit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6316563" y="3321397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Send string via Network API.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10159454" y="2245072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9123670" y="2911822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Parse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184332" y="3321397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 string back to JS Object.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JSON Data Workflow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