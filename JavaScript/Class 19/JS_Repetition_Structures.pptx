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365760"/>
            <a:ext cx="3200400" cy="32004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F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 ·  do-while  ·  for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Beginner's Guide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Repetition Structures?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let you execute a block of code multiple times without rewriting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265176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83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Repeat Code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Execute the same instructions multiple times automatically.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60020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600200"/>
            <a:ext cx="265176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783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3756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Automate Tasks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8803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Process lists, count numbers, or repeat actions until a condition is met.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60020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600200"/>
            <a:ext cx="265176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783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💡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7220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 Types in JS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28803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JavaScript offers while, do-while, and for — each suited for different scenarios.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WHILE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while Loop — Definition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91440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Definition: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The </a:t>
            </a:r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 loop repeatedly executes a block of code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as long as a specified condition remains true.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450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724912"/>
            <a:ext cx="40233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2843784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43784"/>
            <a:ext cx="118872" cy="11887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843784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72384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(condition)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code to execute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as long as condition is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How it works: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761488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7797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Check the condition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145536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1638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If TRUE → run the code block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529584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547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Go back to step 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913632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3931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If FALSE → exit the loop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solidFill>
            <a:srgbClr val="FEF9C3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44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⚠️  Make sure the condition eventually becomes false — otherwise you'll create an infinite loop!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WHILE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 — Code Example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from 1 to 5 using a while loop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21208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90472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90472"/>
            <a:ext cx="118872" cy="11887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1490472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19072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count = 1;         // initialize counter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(count &lt;= 5) {   // condition: count ≤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console.log(count);// print current count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count++;            // increment counter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1  2  3  4  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06440" y="1371600"/>
            <a:ext cx="29260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06440" y="1371600"/>
            <a:ext cx="292608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Trace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33872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93992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count&lt;=5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54112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33872" y="20299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93992" y="20299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true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54112" y="20299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prints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33872" y="23225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93992" y="23225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true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54112" y="23225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prints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33872" y="26151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93992" y="26151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true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54112" y="26151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prints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33872" y="29077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93992" y="29077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true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54112" y="29077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prints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33872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93992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true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54112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prints 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33872" y="34930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93992" y="34930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false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54112" y="34930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325112"/>
            <a:ext cx="841248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3616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✅  Key Takeaway: The condition (count &lt;= 5) is checked BEFORE each iteration. When count reaches 6, the condition is false and the loop stops.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WHILE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 — When to Use 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when the number of iterations is unknown in advance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54480"/>
            <a:ext cx="26974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642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Game Loop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560320"/>
            <a:ext cx="25146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0604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(game.isRunning())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game.update();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game.render();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840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Keep running until the player quits.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72968" y="15544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554480"/>
            <a:ext cx="26974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16642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64408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Input Validation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64408" y="2560320"/>
            <a:ext cx="25146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60604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(password !== "abc123")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 = prompt("Try again:");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64408" y="3840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Keep asking until the correct password is entered.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25896" y="15544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25896" y="1554480"/>
            <a:ext cx="26974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25896" y="16642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17336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Waiting for Data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17336" y="2560320"/>
            <a:ext cx="25146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260604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(!dataLoaded)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checkServer();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wait(500);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17336" y="3840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Poll a server until data becomes available.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DO-WHILE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do-while Loop — Definition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960120"/>
          </a:xfrm>
          <a:prstGeom prst="rect">
            <a:avLst/>
          </a:prstGeom>
          <a:solidFill>
            <a:srgbClr val="FFF7ED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</a:rPr>
              <a:t>Definition: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The </a:t>
            </a:r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do-while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 loop executes the code block 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at least once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, THEN checks the condition. If true, it repeats.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Syntax: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761488"/>
            <a:ext cx="50292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2880360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80360"/>
            <a:ext cx="118872" cy="11887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880360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089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code executes FIRST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then condition is checked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(condition);   // ← note the semicolon!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2487168"/>
            <a:ext cx="3154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254203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while vs do-while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2852928"/>
            <a:ext cx="1554480" cy="38404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while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50608" y="2852928"/>
            <a:ext cx="1554480" cy="38404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do-while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77840" y="32918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Check FIRST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50608" y="32918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Execute FIRST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0" y="373075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May run 0 times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50608" y="373075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Runs ≥ 1 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526280"/>
            <a:ext cx="8412480" cy="347472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4456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1239"/>
                </a:solidFill>
              </a:rPr>
              <a:t>💡  Unlike while, do-while always runs the body at least once — even if the condition is initially false!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DO-WHILE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Loop — Code Example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the user for valid input at least once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30352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90472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90472"/>
            <a:ext cx="118872" cy="11887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1490472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19072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userInput;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userInput = prompt('Enter a number &gt; 0:');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userInput = parseInt(userInput);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(userInput &lt;= 0 || isNaN(userInput));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console.log('You entered:', userInput);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06440" y="1371600"/>
            <a:ext cx="29260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06440" y="1371600"/>
            <a:ext cx="2926080" cy="329184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Execution 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2002536"/>
            <a:ext cx="0" cy="28346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828800"/>
            <a:ext cx="2468880" cy="329184"/>
          </a:xfrm>
          <a:prstGeom prst="roundRect">
            <a:avLst>
              <a:gd name="adj" fmla="val 13889"/>
            </a:avLst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8288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START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2459736"/>
            <a:ext cx="0" cy="28346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286000"/>
            <a:ext cx="2468880" cy="329184"/>
          </a:xfrm>
          <a:prstGeom prst="roundRect">
            <a:avLst>
              <a:gd name="adj" fmla="val 13889"/>
            </a:avLst>
          </a:prstGeom>
          <a:solidFill>
            <a:srgbClr val="93C5FD">
              <a:alpha val="8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2860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Run code block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49440" y="2916936"/>
            <a:ext cx="0" cy="28346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743200"/>
            <a:ext cx="2468880" cy="329184"/>
          </a:xfrm>
          <a:prstGeom prst="roundRect">
            <a:avLst>
              <a:gd name="adj" fmla="val 13889"/>
            </a:avLst>
          </a:prstGeom>
          <a:solidFill>
            <a:srgbClr val="FCD34D">
              <a:alpha val="8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7432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Check condition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3200400"/>
            <a:ext cx="2468880" cy="329184"/>
          </a:xfrm>
          <a:prstGeom prst="roundRect">
            <a:avLst>
              <a:gd name="adj" fmla="val 13889"/>
            </a:avLst>
          </a:prstGeom>
          <a:solidFill>
            <a:srgbClr val="F87171">
              <a:alpha val="8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32004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FALSE → Exit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49440" y="2916936"/>
            <a:ext cx="0" cy="28346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3566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6B6D4"/>
                </a:solidFill>
              </a:rPr>
              <a:t>TRUE → Repeat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242816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✅  Key Takeaway: The prompt always shows at least once. If the user enters -3 or text, the loop repeats. Once they enter a valid positive number, it exits.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DO-WHILE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Loop — When to Use 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you need the code to run at least once before checking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54480"/>
            <a:ext cx="269748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642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Menu Display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560320"/>
            <a:ext cx="25146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060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showMenu();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choice = getChoice();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(choice !== 'quit');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9319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Show a menu at least once and repeat until user quits.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72968" y="155448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554480"/>
            <a:ext cx="269748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16642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64408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Login Prompt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64408" y="2560320"/>
            <a:ext cx="25146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6060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 = prompt("Username?");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 = prompt("Password?");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(!validate(user, pass));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64408" y="39319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Always show login form — repeat if credentials are wrong.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25896" y="155448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25896" y="1554480"/>
            <a:ext cx="269748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25896" y="16642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🎲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17336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Roll Until Win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17336" y="2560320"/>
            <a:ext cx="25146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26060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dice = Math.random()*6 | 0 + 1;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console.log('Rolled:', dice);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(dice !== 6);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17336" y="39319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Roll the dice at least once, keep going until you hit 6.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 Loop — Definition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96012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</a:rPr>
              <a:t>Definition: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The 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 loop is used when you know 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exactly how many times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 to repeat the code. It combines initialization, condition, and update in one line.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Syntax: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761488"/>
            <a:ext cx="8412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2880360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80360"/>
            <a:ext cx="118872" cy="11887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880360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0896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(initialization; condition; update)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code to execute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114800"/>
            <a:ext cx="2697480" cy="804672"/>
          </a:xfrm>
          <a:prstGeom prst="rect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414223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initialization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at the start.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declares a counter variable.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let i = 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18688" y="4114800"/>
            <a:ext cx="2697480" cy="804672"/>
          </a:xfrm>
          <a:prstGeom prst="rect">
            <a:avLst/>
          </a:prstGeom>
          <a:solidFill>
            <a:srgbClr val="FCD34D">
              <a:alpha val="2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414223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before each iteration.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runs while this is true.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 &lt; 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71616" y="4114800"/>
            <a:ext cx="2697480" cy="804672"/>
          </a:xfrm>
          <a:prstGeom prst="rect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414223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each iteration.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increments the counter.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i++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— Code Example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multiplication table of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30352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90472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90472"/>
            <a:ext cx="118872" cy="11887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1490472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19072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 multiplication table of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↓ init   ↓ condition  ↓ 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1;   i &lt;= 10;    i++)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console.log('3 x ' + i + ' = ' + (3 * i));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 x 1 =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 x 2 = 6  ... up to 3 x 10 = 30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06440" y="1371600"/>
            <a:ext cx="29260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06440" y="1371600"/>
            <a:ext cx="292608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37160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Preview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17647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1 =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201168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2 = 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225856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3 = 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250545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4 = 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275234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5 = 15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29992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6 = 18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324612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7 = 21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34930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8 = 24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37398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9 = 27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398678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10 = 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59943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✅  Key Takeaway: The for loop packs init + condition + update into ONE line — making it compact and easy to read when the iteration count is known.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— When to Use 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the number of iterations is known or determined by an array/range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54480"/>
            <a:ext cx="269748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642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Loop Through Array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560320"/>
            <a:ext cx="25146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060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fruits = ['Apple','Banana','Mango'];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0; i &lt; fruits.length;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console.log(fruits[i]);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986784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Access every element of an array using its index.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72968" y="155448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554480"/>
            <a:ext cx="269748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16642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64408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Stars Pattern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64408" y="2560320"/>
            <a:ext cx="25146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6060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1; i &lt;= 5;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row = '';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j = 0; j &lt; i; j++) row += '★';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console.log(row);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64408" y="3986784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Nested for loops for patterns: ★, ★★, ★★★...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25896" y="155448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25896" y="1554480"/>
            <a:ext cx="269748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25896" y="16642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17336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Sum of Numbers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17336" y="2560320"/>
            <a:ext cx="25146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260604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sum = 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1; i &lt;= 100;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 += i;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console.log('Sum:', sum); // 5050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17336" y="3986784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Add all numbers from 1 to 100 efficiently.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Major Differences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Side-by-side comparison of all three loops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do-while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FF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loop body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loop body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loop body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FF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Executions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(may skip entirely)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(always runs once)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(may skip entirely)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FF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 in Header?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(init;cond;upd)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FF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Iterations?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FF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# of loops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Run-at-least-once 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count / arrays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FF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Semicolon After?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— } while(...);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FF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flexible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unusual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compact for 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Loop Should I Use?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decision guide for beginners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697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2697480" cy="502920"/>
          </a:xfrm>
          <a:prstGeom prst="rect">
            <a:avLst/>
          </a:prstGeom>
          <a:solidFill>
            <a:srgbClr val="4ADE80">
              <a:alpha val="8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for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488" y="21031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If: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313432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Do you know how many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times to repeat?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25146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718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i=0; i&lt;10; i++)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3520440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Example: looping over an array, printing a table, or counting steps.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18688" y="1554480"/>
            <a:ext cx="2697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554480"/>
            <a:ext cx="2697480" cy="502920"/>
          </a:xfrm>
          <a:prstGeom prst="rect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15544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while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328416" y="21031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If: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28416" y="2313432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Is the count unknown but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you have a condition?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10128" y="2944368"/>
            <a:ext cx="25146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29718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(user !== 'quit')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28416" y="3520440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Example: waiting for input, game loops, or polling until ready.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71616" y="1554480"/>
            <a:ext cx="2697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1616" y="1554480"/>
            <a:ext cx="2697480" cy="502920"/>
          </a:xfrm>
          <a:prstGeom prst="rect">
            <a:avLst/>
          </a:prstGeom>
          <a:solidFill>
            <a:srgbClr val="F87171">
              <a:alpha val="8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1616" y="15544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do-while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181344" y="21031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If: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81344" y="2313432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Must the code run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at least once?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63056" y="2944368"/>
            <a:ext cx="25146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08776" y="29718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 ... } while (cond);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81344" y="3520440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Example: showing a menu, login prompts, or rolling dice once.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36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</a:rPr>
              <a:t>🎓  All three loops can technically do the same job — choosing the right one makes your code cleaner and easier to understand!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You've Learned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Structures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8346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F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 — repeat while a condition is true (check first)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73552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32735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F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do-while  — always run once, then check condition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12464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7124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F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 — best for known counts and array iteration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Practice writing each loop type to build muscle memory!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Repetition Structures</dc:title>
  <dc:subject>PptxGenJS Presentation</dc:subject>
  <dc:creator>PptxGenJS</dc:creator>
  <cp:lastModifiedBy>PptxGenJS</cp:lastModifiedBy>
  <cp:revision>1</cp:revision>
  <dcterms:created xsi:type="dcterms:W3CDTF">2026-05-21T02:03:32Z</dcterms:created>
  <dcterms:modified xsi:type="dcterms:W3CDTF">2026-05-21T02:03:32Z</dcterms:modified>
</cp:coreProperties>
</file>