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7DD3FC">
              <a:alpha val="12000"/>
            </a:srgbClr>
          </a:solidFill>
          <a:ln w="12700">
            <a:solidFill>
              <a:srgbClr val="7DD3F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 &amp;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trainer guide — definitions, visuals, examples &amp; best practices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4023360"/>
            <a:ext cx="2286000" cy="338328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2336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Events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4023360"/>
            <a:ext cx="2286000" cy="338328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402336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4023360"/>
            <a:ext cx="2286000" cy="338328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402336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526280"/>
            <a:ext cx="2286000" cy="338328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52628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4526280"/>
            <a:ext cx="2286000" cy="338328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452628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stopPropagation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4526280"/>
            <a:ext cx="2286000" cy="338328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452628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75488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 Event Model?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44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browsers handle events at their 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73936"/>
            <a:ext cx="475488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7393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819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 — Deep Dive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flow, live code examples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4203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42032"/>
            <a:ext cx="475488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4203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587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Capturing (Trickling)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lesser-known phase explained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1012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10128"/>
            <a:ext cx="475488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1012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Propagation Phases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→ Target → Bubble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782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78224"/>
            <a:ext cx="475488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7822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123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stopPropagation &amp; preventDefault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event flow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005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005840"/>
            <a:ext cx="47548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0584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 — Concept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1344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why it matters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77393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773936"/>
            <a:ext cx="47548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77393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1819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 — Code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patterns &amp; examples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54203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542032"/>
            <a:ext cx="47548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4203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49240" y="2587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Benefits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2880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speed, dynamic elements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31012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310128"/>
            <a:ext cx="47548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31012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4924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49240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to avoid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0782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00600" y="4078224"/>
            <a:ext cx="47548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07822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9240" y="4123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Cheat Sheet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49240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everything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Event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clicks, types, or interacts with a webpage, the browser fires an Event object. This event travels through the DOM tree in three distinct phases before (and after) reaching its target element.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74320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03120"/>
            <a:ext cx="27432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Capture 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travels DOWN from window → document → body → … → target's parent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2103120"/>
            <a:ext cx="274320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2103120"/>
            <a:ext cx="274320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Target Phase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reaches the exact element that was clicked or interacted with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8776" y="2103120"/>
            <a:ext cx="274320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210312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Bubble Phase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travels BACK UP from target → … → body → document → window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99% of everyday code, you only deal with the Bubble Phase — it's the default.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 —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event is fired on an element, it first runs the handlers on that element, then on its parent, then on the grandparent — all the way up to the &lt;html&gt; tag and then the document and window. This upward journey is called "bubbling."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2468880"/>
            <a:ext cx="0" cy="27432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617720" y="3017520"/>
            <a:ext cx="0" cy="27432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617720" y="3566160"/>
            <a:ext cx="0" cy="27432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617720" y="4114800"/>
            <a:ext cx="0" cy="292608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74720" y="2194560"/>
            <a:ext cx="228600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945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&lt;window&gt;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743200"/>
            <a:ext cx="2286000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7432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&lt;document&gt;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291840"/>
            <a:ext cx="2286000" cy="310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2918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3840480"/>
            <a:ext cx="228600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840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4407408"/>
            <a:ext cx="27432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44074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 ← CLICKED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Event bubbles UP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148840"/>
            <a:ext cx="27432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256032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dropping a stone in water — ripples spread outward from the centre.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 a &lt;button&gt; → the click "ripples" through its &lt;div&gt;, then &lt;section&gt;, then &lt;body&gt;, then &lt;html&gt;.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 — Code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977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id="grandparent"&gt;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id="parent"&gt;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id="child"&gt;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Click Me!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6052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3977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document.getElementById('grandparent')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.addEventListener('click',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console.log('Grandparent clicked!');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document.getElementById('parent')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.addEventListener('click',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console.log('Parent clicked!');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document.getElementById('child')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.addEventListener('click',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console.log('Child (button) clicked!');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4114800"/>
            <a:ext cx="850392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when &lt;button&gt; is clicked: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(button) clicked!   →   Parent clicked!   →   Grandparent clicked!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Capturing (Trickling)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is the opposite of bubbling. The event travels DOWN the DOM tree from window → document → body → … → target. It runs BEFORE bubbling. Most developers rarely use it, but it's crucial to understand.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4160520" cy="2788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4160520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1168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Phase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 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 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 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 ✅ TARGET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160520" cy="2788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11680"/>
            <a:ext cx="4160520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1168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 Phase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 ✅ TARGET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 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 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 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4864608"/>
            <a:ext cx="8503920" cy="137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capturing by passing  { capture: true }  as 3rd argument to addEventListener()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919472"/>
            <a:ext cx="8503920" cy="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Phases — Complete Event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91440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914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46304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01168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011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56032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60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310896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657600"/>
            <a:ext cx="256032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6576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 (TARGET)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1298448"/>
            <a:ext cx="0" cy="16459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847088"/>
            <a:ext cx="0" cy="16459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395728"/>
            <a:ext cx="0" cy="16459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2944368"/>
            <a:ext cx="0" cy="16459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3493008"/>
            <a:ext cx="0" cy="16459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CAPTURE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17520" y="1097280"/>
            <a:ext cx="-731520" cy="265176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03504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BUBBLE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77840" y="3840480"/>
            <a:ext cx="731520" cy="-2651760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6576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TARGET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addEventListener(type, handler, true) → Capture     |     addEventListener(type, handler, false) → Bubble (DEFAULT)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stopPropagation() — Stop the Bubble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event.stopPropagation()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161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this inside an event handler prevents the event from bubbling up (or capturing down) any further in the DOM tree. Parent elements will NOT receive the event.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5120640" cy="28803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011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document.getElementById('parent')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.addEventListener('click',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console.log('Parent clicked!');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document.getElementById('child')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.addEventListener('click', (e)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e.stopPropagation(); // 🛑 STOP!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console.log('Child clicked!');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Parent handler NEVER fires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2011680"/>
            <a:ext cx="3200400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2084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248716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45059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bubbling — parent handlers won't fire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3090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05409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prevent the element's default action (use preventDefault() for that)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369417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stopImmediatePropagation() also stops other handlers on the SAME element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429768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426110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 — can make debugging harder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Overusing stopPropagation() can break event delegation (next section) — use only when necessary!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 — Block Default Browser Behavior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event.preventDefault()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the browser's default behavior for an event — does NOT stop the event from bubbling. The event still travels up the DOM normally.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25603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Element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98648" y="1965960"/>
            <a:ext cx="28346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Browser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51576" y="1965960"/>
            <a:ext cx="30175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97296" y="1965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preventDefault()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25603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&lt;a&gt; link click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98648" y="2395728"/>
            <a:ext cx="2834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395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href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51576" y="2395728"/>
            <a:ext cx="30175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4728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navigation (custom SPA routing)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submit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98648" y="292608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form &amp; reload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51576" y="292608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4728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reload (handle via JS/AJAX)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25603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456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(contextmenu)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98648" y="3456432"/>
            <a:ext cx="2834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browser menu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51576" y="3456432"/>
            <a:ext cx="30175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4728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context menu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986784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9867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click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98648" y="3986784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3986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checked state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51576" y="3986784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24728" y="39867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toggle logic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5720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stopPropagation()  →  Stops bubbling up the tree     |     preventDefault()  →  Stops browser's built-in reaction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 — The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attaching separate event listeners to each child element, you attach ONE event listener to a common PARENT element. Because events bubble up, the parent catches all events from its children and you use event.target to identify which child was interacted with.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4160520" cy="278892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57400"/>
            <a:ext cx="4160520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5740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Delegation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8862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list items = 100 listeners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&lt;li&gt; has its own function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intensive — 100 handlers in memory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items added dynamically need new listeners added manually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057400"/>
            <a:ext cx="4160520" cy="27889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57400"/>
            <a:ext cx="416052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5740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Delegation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542032"/>
            <a:ext cx="38862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list items = 1 listener on parent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handler on the &lt;ul&gt; parent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 — 1 handler total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items automatically handled — no extra setup needed!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4956048"/>
            <a:ext cx="8503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works BECAUSE of Event Bubbling — the child's event bubbles up to the parent listener.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event.target  vs  event.currentTarget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93192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event.target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element that triggered the event (where the click happened).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delegation to know WHICH child was clicked.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21024"/>
            <a:ext cx="384048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393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clicks &lt;li&gt; → event.target = &lt;li&gt;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114800" cy="3931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event.currentTarget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7647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the event listener is ATTACHED TO — changes as event bubbles.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7066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reference the element where your handler is defined.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621024"/>
            <a:ext cx="384048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6393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Listener on &lt;ul&gt; → event.currentTarget = &lt;ul&gt;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delegation: always use event.target to identify WHAT was clicked, event.currentTarget to reference WHERE your listener lives.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 — Complete Code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 id="task-list"&gt;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 data-id="1"&gt;Buy groceries&lt;/li&gt;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 data-id="2"&gt;Write code&lt;/li&gt;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 data-id="3"&gt;Read a book&lt;/li&gt;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id="add-btn"&gt;Add Item&lt;/button&gt;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6052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686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list = document.getElementById('task-list');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listener on the PARENT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list.addEventListener('click', (e)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Check the clicked child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(e.target.tagName === 'LI')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id = e.target.dataset.id;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console.log('Clicked task ID:', 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e.target.classList.toggle('done');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34015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step by step: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767328"/>
            <a:ext cx="329184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767328"/>
            <a:ext cx="3291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767328"/>
            <a:ext cx="2542032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67328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on  &lt;li&gt;Write code&lt;/li&gt;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3767328"/>
            <a:ext cx="329184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767328"/>
            <a:ext cx="3291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30168" y="3767328"/>
            <a:ext cx="2542032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3767328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event fires on the &lt;li&gt;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3767328"/>
            <a:ext cx="329184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767328"/>
            <a:ext cx="3291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01968" y="3767328"/>
            <a:ext cx="2542032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67328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bubbles UP to the parent &lt;ul&gt; where the listener lives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425696"/>
            <a:ext cx="329184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25696"/>
            <a:ext cx="3291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425696"/>
            <a:ext cx="2542032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42569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fires — e.target = the &lt;li&gt;  that was clicked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4425696"/>
            <a:ext cx="329184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4425696"/>
            <a:ext cx="3291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30168" y="4425696"/>
            <a:ext cx="2542032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442569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 e.target.tagName === 'LI'  to confirm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425696"/>
            <a:ext cx="329184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425696"/>
            <a:ext cx="3291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01968" y="4425696"/>
            <a:ext cx="2542032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442569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 e.target.dataset.id  to get the task ID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with Dynamically Added Elements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86868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Without Delegation: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attach a click listener to each &lt;li&gt; at page load, any &lt;li&gt; added later (dynamically via JS) will NOT have a listener. You'd have to manually add one every time you add a new element.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4160520" cy="3063240"/>
          </a:xfrm>
          <a:prstGeom prst="rect">
            <a:avLst/>
          </a:prstGeom>
          <a:solidFill>
            <a:srgbClr val="1E1E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7452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Delegation (BROKEN)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3977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Attaches to existing &lt;li&gt;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document.querySelectorAll('li')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.forEach(li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li.addEventListener('click',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console.log('clicked!');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new item later: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newLi = document.createElement('li');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newLi.textContent = 'New Task';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list.appendChild(newLi);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newLi has NO listener!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clicks it → nothing happens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4160520" cy="3063240"/>
          </a:xfrm>
          <a:prstGeom prst="rect">
            <a:avLst/>
          </a:prstGeom>
          <a:solidFill>
            <a:srgbClr val="1E1E2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87452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Delegation (WORKS ALWAYS)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304288"/>
            <a:ext cx="3977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Single listener on the PARENT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document.getElementById('list')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.addEventListener('click', (e)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(e.target.tagName === 'LI')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console.log('clicked!');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new item later: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newLi = document.createElement('li');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newLi.textContent = 'New Task';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list.appendChild(newLi);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Works automatically — no extra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listeners needed!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5020056"/>
            <a:ext cx="8503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delegation's biggest advantages in modern web apps (React lists, dynamic menus, lazy-loaded content).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Benefits of Event Delegation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needed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1000)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487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list of 1000 items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↓90%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487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handler objects in 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005840"/>
            <a:ext cx="2743200" cy="1691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487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work on page 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Lower Memory Footprint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32552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listener takes memory. With delegation, 1 listener handles thousands of elements vs. thousands of separate handlers.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907792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Faster Page Initialization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32552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1 listener is instant. Looping through 1000 elements to attach 1000 listeners takes measurable time especially on mobile.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9593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Works with Dynamic Content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4261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 constantly add/remove DOM elements. Delegation means you never need to re-attach listeners when new elements appear.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913632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39593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Cleaner Code &amp; Maintenance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4261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handler in one place = easier to debug, update, and understand. No scattered addEventListener calls all over the code.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Targets — matches() &amp; closest()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delegation you need to check WHICH child was clicked. These two methods are your best tools: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element.matches(cssSelector)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64792"/>
            <a:ext cx="8503920" cy="178308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105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the element matches the CSS selector. Use it to check e.target precisely.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822960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12848"/>
            <a:ext cx="8046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list.addEventListener('click',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(e.target.matches('li.task-item')) { // Only fires for &lt;li class="task-item"&gt;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console.log('Task clicked:', e.target.textContent);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8503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576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element.closest(cssSelector)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4005072"/>
            <a:ext cx="850392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UP the DOM from e.target, returns the nearest ancestor matching the selector (or null). Essential when the click target could be a child of the element you care about.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44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 = e.target.closest('.task-item'); // Gets the .task-item ancestor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&amp; Mistakes to Avoid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8778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14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Overusing stopPropagation()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Stops bubbling unnecessarily — breaks delegation silently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it only when you truly need to stop parent handlers from running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850392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84248"/>
            <a:ext cx="502920" cy="8778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84248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039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event.target correctly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Delegation handler fires for ALL clicks on the parent — even on padding/spacing areas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55117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Always use if(e.target.matches(...)) or if(e.target.tagName === 'LI') to filter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08376"/>
            <a:ext cx="850392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08376"/>
            <a:ext cx="502920" cy="8778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08376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 to document / window always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Attaching every listener to document means ALL events on the page route through — slow on large apps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35753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Delegate to the closest common parent, not always document or window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032504"/>
            <a:ext cx="850392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032504"/>
            <a:ext cx="502920" cy="8778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32504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087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nested child clicks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43616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User clicks an &lt;img&gt; inside a &lt;li&gt; — e.target is &lt;img&gt;, not &lt;li&gt;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45994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e.target.closest('li') to handle clicks on any descendant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5020056"/>
            <a:ext cx="8503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delegate to the nearest common ancestor, always filter e.target, and never over-use stopPropagation.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 — Todo List 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delegated handler on &lt;ul&gt; manages three different button types for every item — using data attributes and matches():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44168"/>
            <a:ext cx="8503920" cy="3703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441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One Handler, Three 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8321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todoList = document.getElementById('todo-list');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todoList.addEventListener('click', (e)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target = e.target;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Delete button clicked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(target.matches('.btn-delete'))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target.closest('li').remove();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Complete button clicked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(target.matches('.btn-complete'))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target.closest('li').classList.toggle('completed');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Edit button clicked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(target.matches('.btn-edit'))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li = target.closest('li');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text = li.querySelector('.task-text');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text.contentEditable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text.focus();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Works for ALL current AND future todo items!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5020056"/>
            <a:ext cx="8503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zero loops, zero individual listeners — entire app handled by ONE delegation block.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 vs Capturing vs Delegation — Side by 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4005072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508760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36192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child → parent (upward)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203704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231136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phase for addEventListener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898648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926080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automatically, always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3593592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621024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stopped with stopPropagation()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4288536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43159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delegation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4408" y="960120"/>
            <a:ext cx="2743200" cy="4005072"/>
          </a:xfrm>
          <a:prstGeom prst="rect">
            <a:avLst/>
          </a:prstGeom>
          <a:solidFill>
            <a:srgbClr val="F1F5F9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960120"/>
            <a:ext cx="274320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960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Capturing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74136" y="1508760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1536192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parent → child (downward)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74136" y="2203704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231136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opt-in: { capture: true 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74136" y="2898648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2926080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bubbling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74136" y="3593592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621024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used in everyday 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74136" y="4288536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43159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stopPropagation() applies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08776" y="960120"/>
            <a:ext cx="2743200" cy="4005072"/>
          </a:xfrm>
          <a:prstGeom prst="rect">
            <a:avLst/>
          </a:prstGeom>
          <a:solidFill>
            <a:srgbClr val="F1F5F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960120"/>
            <a:ext cx="27432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960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18504" y="1508760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1536192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PATTERN, not a phase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18504" y="2203704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2231136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bubbling to work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18504" y="2898648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2926080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on parent, targets child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18504" y="3593592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3621024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dynamic/large lists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18504" y="4288536"/>
            <a:ext cx="252374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43159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event.target to filter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882896"/>
            <a:ext cx="850392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event listener (bubble)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el.addEventListener('click', handler);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922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phase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el.addEventListener('click', handler, { capture: true });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15184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51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bubbling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712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e.stopPropagation();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112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bubbling + same-element handlers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e.stopImmediatePropagation();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334256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370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default 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5902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96112"/>
            <a:ext cx="4206240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9326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pattern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15214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parent.addEventListener('click', e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if(e.target.matches('.child')) {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755648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7922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clicked element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0116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 = e.target;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615184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51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up to nearest ancestor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8712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card = e.target.closest('.card');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2062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5112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listener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73075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el.removeEventListener('click', handler);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Events have 3 phases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(down) → Target → Bubble (up). Bubble is the default and most important phase to understand.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Bubbling is automatic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naturally bubbles up from child to parent to grandparent unless stopped.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1605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774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stopPropagation() controls 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you don't want parent handlers to fire. Don't overuse it — it silently breaks delegation.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605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3774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Delegation = 1 listener for many elements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listener to the parent, use event.target to figure out which child was clicked.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605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03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Delegation is more performant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listeners = less memory + faster load time. Works automatically for dynamically added elements.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1605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703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Use matches() and closest()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690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CSS selector (matches) or walk up the DOM tree (closest) for robust delegation code.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56048"/>
            <a:ext cx="8503920" cy="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369A1">
              <a:alpha val="50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369A1">
              <a:alpha val="40000"/>
            </a:srgbClr>
          </a:solidFill>
          <a:ln w="12700">
            <a:solidFill>
              <a:srgbClr val="0369A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 &amp; Event Delegation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how events travel through the DOM,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delegation to write cleaner &amp; faster code,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control event flow with stopPropagation.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Coding! 🚀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Bubbling &amp; Event Delegation</dc:title>
  <dc:subject>PptxGenJS Presentation</dc:subject>
  <dc:creator>PptxGenJS</dc:creator>
  <cp:lastModifiedBy>PptxGenJS</cp:lastModifiedBy>
  <cp:revision>1</cp:revision>
  <dcterms:created xsi:type="dcterms:W3CDTF">2026-06-04T20:45:34Z</dcterms:created>
  <dcterms:modified xsi:type="dcterms:W3CDTF">2026-06-04T20:45:34Z</dcterms:modified>
</cp:coreProperties>
</file>