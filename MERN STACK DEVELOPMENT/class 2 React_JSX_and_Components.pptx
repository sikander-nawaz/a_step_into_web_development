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914400"/>
            <a:ext cx="3200400" cy="502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141B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&lt;/&gt;</a:t>
            </a:r>
            <a:endParaRPr lang="en-US" sz="22000" dirty="0"/>
          </a:p>
        </p:txBody>
      </p:sp>
      <p:sp>
        <p:nvSpPr>
          <p:cNvPr id="3" name="Shape 1"/>
          <p:cNvSpPr/>
          <p:nvPr/>
        </p:nvSpPr>
        <p:spPr>
          <a:xfrm>
            <a:off x="9692640" y="5120640"/>
            <a:ext cx="2194560" cy="2194560"/>
          </a:xfrm>
          <a:prstGeom prst="ellipse">
            <a:avLst/>
          </a:prstGeom>
          <a:solidFill>
            <a:srgbClr val="61DAFB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DEVELOPMENT · REACT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JSX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B96A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</a:t>
            </a:r>
            <a:r>
              <a:rPr lang="en-US" sz="4400" b="1" dirty="0">
                <a:solidFill>
                  <a:srgbClr val="61DA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Components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194560" cy="0"/>
          </a:xfrm>
          <a:prstGeom prst="line">
            <a:avLst/>
          </a:prstGeom>
          <a:noFill/>
          <a:ln w="25400">
            <a:solidFill>
              <a:srgbClr val="61DA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23360"/>
            <a:ext cx="7589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complete, detailed walkthrough of JSX syntax, rendering rules, and the building blocks of every React UI — components, props, and state.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05740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3234" y="2189074"/>
            <a:ext cx="285293" cy="28529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34940" y="17373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737360" y="176479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Fundamentals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213055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Syntax, rules, embedding expressions &amp; attributes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240780" y="160020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9380" y="205740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054" y="218907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652760" y="173736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155180" y="176479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Rendering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155180" y="213055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if/else, ternaries, &amp;&amp; operator, lists &amp; keys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2960" y="333756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051560" y="379476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234" y="392643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34940" y="3474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1737360" y="350215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Under the Hood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737360" y="386791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JSX compiles to React.createElement()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240780" y="333756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69380" y="379476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054" y="392643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652760" y="347472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7155180" y="350215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155180" y="386791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vs. class components, composition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22960" y="507492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1051560" y="553212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3234" y="5663794"/>
            <a:ext cx="285293" cy="285293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234940" y="52120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27"/>
          <p:cNvSpPr/>
          <p:nvPr/>
        </p:nvSpPr>
        <p:spPr>
          <a:xfrm>
            <a:off x="1737360" y="523951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&amp; State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737360" y="560527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Passing data down, managing data that changes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240780" y="5074920"/>
            <a:ext cx="5097780" cy="1463040"/>
          </a:xfrm>
          <a:prstGeom prst="roundRect">
            <a:avLst>
              <a:gd name="adj" fmla="val 5625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469380" y="553212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1054" y="5663794"/>
            <a:ext cx="285293" cy="285293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0652760" y="52120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F2A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800" dirty="0"/>
          </a:p>
        </p:txBody>
      </p:sp>
      <p:sp>
        <p:nvSpPr>
          <p:cNvPr id="40" name="Text 32"/>
          <p:cNvSpPr/>
          <p:nvPr/>
        </p:nvSpPr>
        <p:spPr>
          <a:xfrm>
            <a:off x="7155180" y="5239512"/>
            <a:ext cx="40005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Practices</a:t>
            </a:r>
            <a:endParaRPr lang="en-US" sz="1500" dirty="0"/>
          </a:p>
        </p:txBody>
      </p:sp>
      <p:sp>
        <p:nvSpPr>
          <p:cNvPr id="41" name="Text 33"/>
          <p:cNvSpPr/>
          <p:nvPr/>
        </p:nvSpPr>
        <p:spPr>
          <a:xfrm>
            <a:off x="7155180" y="5605272"/>
            <a:ext cx="39547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Conventions that keep React code clean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JSX?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0292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(JavaScript XML) </a:t>
            </a:r>
            <a:r>
              <a:rPr lang="en-US" sz="14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 syntax extension for JavaScript that lets you write HTML-like markup directly inside JavaScript code.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502920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not a string, and it is not valid HTML — it is syntactic sugar for JavaScript function calls.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describes what the UI should look like, blending markup and logic in one place.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was introduced by Facebook alongside React and is compiled ('transpiled') by tools like Babel.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Browsers cannot run JSX directly — it must be converted to plain JavaScript before it runs.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029200" cy="4389120"/>
          </a:xfrm>
          <a:prstGeom prst="roundRect">
            <a:avLst>
              <a:gd name="adj" fmla="val 1667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874520"/>
            <a:ext cx="4572000" cy="4023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JSX — looks like HTML,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but it's JavaScript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element = (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&lt;h1 className="title"&gt;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Hello, world!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&lt;/h1&gt;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Rendered to the DOM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root.render(element);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Use JSX?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2388870" cy="4206240"/>
          </a:xfrm>
          <a:prstGeom prst="roundRect">
            <a:avLst>
              <a:gd name="adj" fmla="val 3828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011680"/>
            <a:ext cx="594360" cy="5943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15432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2788920"/>
            <a:ext cx="188595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Readable &amp; Declarative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078992" y="3566160"/>
            <a:ext cx="188595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Markup and logic live together, so the structure of the UI is easy to see and reason about.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31870" y="1691640"/>
            <a:ext cx="2388870" cy="4206240"/>
          </a:xfrm>
          <a:prstGeom prst="roundRect">
            <a:avLst>
              <a:gd name="adj" fmla="val 3828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06190" y="2011680"/>
            <a:ext cx="594360" cy="5943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836" y="2154326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87902" y="2788920"/>
            <a:ext cx="188595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Component-Friendly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787902" y="3566160"/>
            <a:ext cx="188595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maps naturally onto components — each piece of UI becomes a reusable, composable block.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40780" y="1691640"/>
            <a:ext cx="2388870" cy="4206240"/>
          </a:xfrm>
          <a:prstGeom prst="roundRect">
            <a:avLst>
              <a:gd name="adj" fmla="val 3828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5100" y="2011680"/>
            <a:ext cx="594360" cy="5943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746" y="2154326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96812" y="2788920"/>
            <a:ext cx="188595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Power of JavaScript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96812" y="3566160"/>
            <a:ext cx="188595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any expression — variables, functions, loops, conditionals — right inside markup.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949690" y="1691640"/>
            <a:ext cx="2388870" cy="4206240"/>
          </a:xfrm>
          <a:prstGeom prst="roundRect">
            <a:avLst>
              <a:gd name="adj" fmla="val 3828"/>
            </a:avLst>
          </a:prstGeom>
          <a:solidFill>
            <a:srgbClr val="141B2D"/>
          </a:solidFill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24010" y="2011680"/>
            <a:ext cx="594360" cy="5943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6656" y="2154326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5722" y="2788920"/>
            <a:ext cx="188595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Tooling &amp; Errors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205722" y="3566160"/>
            <a:ext cx="1885950" cy="2194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Babel and bundlers catch syntax errors early, and editors give autocompletion + type checking.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JSX Syntax Rules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01952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sp>
        <p:nvSpPr>
          <p:cNvPr id="8" name="Text 6"/>
          <p:cNvSpPr/>
          <p:nvPr/>
        </p:nvSpPr>
        <p:spPr>
          <a:xfrm>
            <a:off x="1051560" y="190195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A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1773936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a Single Root Element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257800" y="1773936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component can only return one top-level element. Wrap siblings in a &lt;div&gt; or a Fragment (&lt;&gt;...&lt;/&gt;).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2852928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51560" y="3108960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sp>
        <p:nvSpPr>
          <p:cNvPr id="13" name="Text 11"/>
          <p:cNvSpPr/>
          <p:nvPr/>
        </p:nvSpPr>
        <p:spPr>
          <a:xfrm>
            <a:off x="1051560" y="3108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A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74520" y="2980944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 Every Tag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257800" y="2980944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tags must close. Self-closing elements need a slash: &lt;img /&gt; and &lt;br /&gt; — never bare &lt;img&gt;.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59936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315968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sp>
        <p:nvSpPr>
          <p:cNvPr id="18" name="Text 16"/>
          <p:cNvSpPr/>
          <p:nvPr/>
        </p:nvSpPr>
        <p:spPr>
          <a:xfrm>
            <a:off x="1051560" y="4315968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A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74520" y="418795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camelCase Attribute Names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257800" y="4187952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HTML attributes like class and onclick become className and onClick in JSX (tabindex → tabIndex).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960" y="5266944"/>
            <a:ext cx="10515600" cy="1051560"/>
          </a:xfrm>
          <a:prstGeom prst="roundRect">
            <a:avLst>
              <a:gd name="adj" fmla="val 6957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51560" y="5522976"/>
            <a:ext cx="548640" cy="548640"/>
          </a:xfrm>
          <a:prstGeom prst="ellipse">
            <a:avLst/>
          </a:prstGeom>
          <a:solidFill>
            <a:srgbClr val="0F1626"/>
          </a:solidFill>
        </p:spPr>
      </p:sp>
      <p:sp>
        <p:nvSpPr>
          <p:cNvPr id="23" name="Text 21"/>
          <p:cNvSpPr/>
          <p:nvPr/>
        </p:nvSpPr>
        <p:spPr>
          <a:xfrm>
            <a:off x="1051560" y="5522976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1DAF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874520" y="53949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JavaScript Expression per {}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257800" y="539496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Curly braces hold exactly one expression — not statements like if or for loops.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Embedding Expressions with { }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Curly braces </a:t>
            </a:r>
            <a:r>
              <a:rPr lang="en-US" sz="13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a window back into JavaScript. Anything that evaluates to a value — variables, function calls, arithmetic, ternaries — can be dropped inside JSX markup.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5029200" cy="2468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&amp; constants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/ method calls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 &amp; string concatenation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Ternary expressions ( a ? b : c )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 property access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user = { name: "Asha" };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items = ["a", "b", "c"];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Greeting()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&lt;div&gt;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&lt;p&gt;Hello, {user.name}!&lt;/p&gt;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&lt;p&gt;{items.length} items&lt;/p&gt;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&lt;p&gt;{2 + 2} = four&lt;/p&gt;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&lt;/div&gt;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Attributes in JSX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style =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backgroundColor: "#0B1120",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padding: "12px"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Card()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&lt;div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className="card"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style={style}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onClick={handleClick}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data-id={42}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Content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309360" y="16916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className, not class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 is a reserved word in JavaScript, so JSX uses className for CSS classes.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09360" y="280720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Quotes vs. braces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127248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quotes "..." for string literals, curly braces {...} for JS expressions — never both together.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3922776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style takes an object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4242816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Inline styles are JS objects with camelCase keys, e.g. backgroundColor, not background-color.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09360" y="5038344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Event handlers are functions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5358384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onClick={handleClick} passes a function reference — don't call it: onClick={handleClick()} runs it immediately.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CONDITIONAL RENDERING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Conditional Rendering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can't contain if statements directly, but there are three common patterns for rendering different UI based on conditions: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Ternary Operator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33172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514600"/>
            <a:ext cx="28346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{isLoggedIn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? &lt;Dashboard /&gt;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: &lt;LoginForm /&gt;}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34840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Logical &amp;&amp; Operator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34840" y="233172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514600"/>
            <a:ext cx="28346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{unreadCount &gt; 0 &amp;&amp;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&lt;Badge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count={unreadCount}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/&gt;}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18745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Return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233172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2514600"/>
            <a:ext cx="2834640" cy="3383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(!user)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&lt;Spinner /&gt;;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return &lt;Profile user={user} /&gt;;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· CONDITIONAL RENDERING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Rendering Lists &amp; Keys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fruits = [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 id: 1, name: "Apple" },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 id: 2, name: "Mango" },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 id: 3, name: "Peach" },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];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FruitList()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&lt;ul&gt;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{fruits.map((fruit) =&gt;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&lt;li key={fruit.id}&gt;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{fruit.name}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&lt;/li&gt;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))}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&lt;/ul&gt;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1691640"/>
            <a:ext cx="365760" cy="3657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2" y="1779422"/>
            <a:ext cx="190195" cy="19019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1645920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.map() to render arrays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086600" y="198424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 each data item into a JSX element inside the {}.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583680" y="2770632"/>
            <a:ext cx="365760" cy="3657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2" y="2858414"/>
            <a:ext cx="190195" cy="1901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724912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must be unique among siblings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086600" y="3063240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stable ID from your data — not the loop content.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6583680" y="3849624"/>
            <a:ext cx="365760" cy="3657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2" y="3937406"/>
            <a:ext cx="190195" cy="19019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86600" y="3803904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array index as key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086600" y="4142232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Indexes shift when items are added/removed/reordered, causing subtle bugs and lost component state.</a:t>
            </a:r>
            <a:endParaRPr lang="en-US" sz="1080" dirty="0"/>
          </a:p>
        </p:txBody>
      </p:sp>
      <p:sp>
        <p:nvSpPr>
          <p:cNvPr id="20" name="Shape 15"/>
          <p:cNvSpPr/>
          <p:nvPr/>
        </p:nvSpPr>
        <p:spPr>
          <a:xfrm>
            <a:off x="6583680" y="4928616"/>
            <a:ext cx="365760" cy="36576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462" y="5016398"/>
            <a:ext cx="190195" cy="1901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4882896"/>
            <a:ext cx="4251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Keys aren't passed as props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86600" y="5221224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uses key internally to track identity — it never reaches the component itself.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JSX 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JSX Under the Hood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Babel compiles JSX into React.createElement() calls (or the newer automatic jsx() runtime). JSX is syntactic sugar — this is what actually runs in the browser.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51460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You write: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el = (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&lt;h1 className="title"&gt;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Hello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&lt;/h1&gt;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23317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514600"/>
            <a:ext cx="4572000" cy="3200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Babel compiles it to: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const el = React.createElement(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"h1",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{ className: "title" },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"Hello"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);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23560" y="3566160"/>
            <a:ext cx="502920" cy="502920"/>
          </a:xfrm>
          <a:prstGeom prst="ellipse">
            <a:avLst/>
          </a:prstGeom>
          <a:solidFill>
            <a:srgbClr val="61DAFB"/>
          </a:solidFill>
        </p:spPr>
      </p:sp>
      <p:sp>
        <p:nvSpPr>
          <p:cNvPr id="12" name="Text 10"/>
          <p:cNvSpPr/>
          <p:nvPr/>
        </p:nvSpPr>
        <p:spPr>
          <a:xfrm>
            <a:off x="5623560" y="356616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120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</a:t>
            </a:r>
            <a:r>
              <a:rPr lang="en-US" sz="12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call returns a plain JavaScript object — a React element — describing a tag, its props, and its children. React reads this object tree to build and update the real DOM.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a Component?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component </a:t>
            </a:r>
            <a:r>
              <a:rPr lang="en-US" sz="14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a self-contained, reusable piece of UI — a JavaScript function (or class) that accepts inputs (props) and returns JSX describing what should appear on screen.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384048" cy="384048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3292572"/>
            <a:ext cx="199705" cy="19970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172968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71600" y="3493008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once, render it anywhere with different data.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22960" y="3913632"/>
            <a:ext cx="384048" cy="384048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4005804"/>
            <a:ext cx="199705" cy="19970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3886200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Composable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371600" y="420624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components combine into larger ones, like building blocks.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22960" y="4626864"/>
            <a:ext cx="384048" cy="384048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4719036"/>
            <a:ext cx="199705" cy="1997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4599432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Isolated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371600" y="491947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component manages its own logic, markup, and (optionally) state.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5340096"/>
            <a:ext cx="384048" cy="384048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5432268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5312664"/>
            <a:ext cx="43891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Named with PascalCase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371600" y="5632704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Button, UserCard, NavBar — lowercase tags mean built-in HTML.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6309360" y="1691640"/>
            <a:ext cx="50292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6537960" y="187452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A component is just a function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that returns JSX.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Welcome(props)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&lt;h1&gt;Hello, {props.name}&lt;/h1&gt;;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Used like a custom HTML tag: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App()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&lt;div&gt;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&lt;Welcome name="Asha" /&gt;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&lt;Welcome name="Ken" /&gt;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&lt;/div&gt;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Functional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{ useState } from "react";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Counter()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[count, setCount] = useState(0);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function handleClick()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setCount(count + 1);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&lt;button onClick={handleClick}&gt;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Clicked {count} times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&lt;/button&gt;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export default Counter;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86600" y="173736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Plain JavaScript functions that accept props and return JSX.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modern, recommended way to write React components.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Hooks (useState, useEffect, useContext...) to add state and lifecycle behavior.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Simpler syntax, easier to test, and no 'this' keyword confusion.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Class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94360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{ Component } from "react";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 Counter extends Component {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constructor(props) {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super(props);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this.state = { count: 0 };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handleClick = () =&gt; {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this.setState({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count: this.state.count + 1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});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render() {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(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&lt;button onClick={this.handleClick}&gt;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Clicked {this.state.count} times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&lt;/button&gt;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);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086600" y="1737360"/>
            <a:ext cx="4297680" cy="4206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ES6 classes that extend React.Component and implement a render() method.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lives on this.state; updates go through this.setState().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lifecycle methods: componentDidMount, componentDidUpdate, componentWillUnmount.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Still supported, but mostly seen in legacy codebases — Hooks replaced most use cases.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Functional vs. Class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822960" y="1737360"/>
          <a:ext cx="10515600" cy="4480560"/>
        </p:xfrm>
        <a:graphic>
          <a:graphicData uri="http://schemas.openxmlformats.org/drawingml/2006/table">
            <a:tbl>
              <a:tblPr/>
              <a:tblGrid>
                <a:gridCol w="2743200"/>
                <a:gridCol w="3886200"/>
                <a:gridCol w="3886200"/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61DAF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Aspect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1DAF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Functional Component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61DAF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Class Component</a:t>
                      </a:r>
                      <a:endParaRPr lang="en-US" sz="13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Definition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Plain JS function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ES6 class extending Component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useState() hook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this.state / this.setState()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Lifecycle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useEffect() hook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componentDidMount, etc.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'this' keyword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Not used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Required for state &amp; props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Boilerplate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Minimal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More verbose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8B96A5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Current status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Recommended standard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Legacy support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A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PROPS &amp;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Props: Passing Data Down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UserCard({ name, role })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&lt;div className="card"&gt;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&lt;h3&gt;{name}&lt;/h3&gt;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&lt;p&gt;{role}&lt;/p&gt;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&lt;/div&gt;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Parent passes props like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HTML attributes: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&lt;UserCard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name="Priya Shah"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role="Engineer"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Read-only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are immutable inside the receiving component — never reassign them.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587752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Flow one direction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2889504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flows top-down: parent → child. Children cannot modify a parent's props directly.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483864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data type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3785616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Strings, numbers, objects, arrays, functions, even other components can be passed as props.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37997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props.children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4681728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special prop containing whatever is nested between a component's opening and closing tags.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92240" y="52760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Default values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92240" y="55778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default parameters — function Card({ size = "md" }) — to supply fallback values.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· PROPS &amp; STATE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State: Data That Changes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1874520"/>
            <a:ext cx="4937760" cy="411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{ useState } from "react";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Toggle() {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const [isOn, setIsOn] = useState(false);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&lt;button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onClick={() =&gt; setIsOn(!isOn)}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{isOn ? "ON" : "OFF"}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&lt;/button&gt;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92240" y="169164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&amp; private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199339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belongs to the component that declares it — siblings and parents can't see it unless passed down.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0" y="27432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Triggers re-render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92240" y="304495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Calling the setter function (setIsOn) tells React to re-run the component and update the DOM.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92240" y="379476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mutate directly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409651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write isOn = true. Always call the setter so React knows something changed.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484632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vs. State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5148072"/>
            <a:ext cx="484632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are passed in from outside and read-only; state is owned and can be updated from within.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Composition &amp; props.children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inheritance, React favors composition — building complex UIs by nesting and combining smaller components.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240280"/>
            <a:ext cx="5943600" cy="3931920"/>
          </a:xfrm>
          <a:prstGeom prst="roundRect">
            <a:avLst>
              <a:gd name="adj" fmla="val 1860"/>
            </a:avLst>
          </a:prstGeom>
          <a:solidFill>
            <a:srgbClr val="0D1117"/>
          </a:solidFill>
          <a:ln w="12700">
            <a:solidFill>
              <a:srgbClr val="1F2A40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2423160"/>
            <a:ext cx="548640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function Panel({ title, children }) {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return (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&lt;section className="panel"&gt;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&lt;h2&gt;{title}&lt;/h2&gt;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{children}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&lt;/section&gt;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);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4D4D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Usage: anything nested inside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995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// becomes props.children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&lt;Panel title="Profile"&gt;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&lt;Avatar /&gt;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&lt;UserDetails /&gt;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0DB4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&lt;/Panel&gt;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0" y="233172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Slot-like pattern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86600" y="264261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children lets a component wrap arbitrary content it doesn't need to know about in advance.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086600" y="356616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containers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387705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Cards, modals, layouts, and panels are commonly built this way.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086600" y="4800600"/>
            <a:ext cx="4297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slots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86600" y="5111496"/>
            <a:ext cx="429768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 extra elements as regular named props (e.g. header, footer) for more than one placeholder.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Best Practices Checklist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192024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2996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8745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component per file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78992" y="256032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files small and named after the component they export.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34840" y="169164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92024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0299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8745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use stable keys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690872" y="256032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unique ID from data, never the array index, when rendering lists.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46720" y="169164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75320" y="192024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02996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0" y="187452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components small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302752" y="256032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large components into smaller, focused pieces with a single responsibility.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22960" y="413766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51560" y="436626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475988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3205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Lift state up when shared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078992" y="500634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Move state to the closest common parent when multiple components need it.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434840" y="413766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63440" y="436626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475988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257800" y="43205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Destructure props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690872" y="500634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Card({ title, price }) is clearer than repeating props.title everywhere.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8046720" y="4137660"/>
            <a:ext cx="3291840" cy="2125980"/>
          </a:xfrm>
          <a:prstGeom prst="roundRect">
            <a:avLst>
              <a:gd name="adj" fmla="val 3871"/>
            </a:avLst>
          </a:prstGeom>
          <a:solidFill>
            <a:srgbClr val="141B2D"/>
          </a:solidFill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75320" y="4366260"/>
            <a:ext cx="457200" cy="457200"/>
          </a:xfrm>
          <a:prstGeom prst="ellipse">
            <a:avLst/>
          </a:prstGeom>
          <a:solidFill>
            <a:srgbClr val="0F1626"/>
          </a:solidFill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475988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69680" y="4320540"/>
            <a:ext cx="228600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Don't mutate state or props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8302752" y="5006340"/>
            <a:ext cx="2788920" cy="1165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create new arrays/objects and use setState/useState setters.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61DAFB">
              <a:alpha val="7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875520" cy="3474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is JavaScript-flavored markup that compiles down to React.createElement() calls.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JSX has firm rules: one root element, closed tags, camelCase attributes, single expressions in {}.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Components are reusable functions (or classes) that return JSX and can be composed together.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Props carry read-only data down from parent to child; state holds data a component can change itself.</a:t>
            </a:r>
            <a:endParaRPr lang="en-US" sz="1600" dirty="0"/>
          </a:p>
          <a:p>
            <a:pPr marL="342900" indent="-342900">
              <a:lnSpc>
                <a:spcPct val="13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Lists need stable, unique keys; conditional rendering uses ternaries, &amp;&amp;, or early returns.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1097280"/>
            <a:ext cx="3200400" cy="502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0" b="1" dirty="0">
                <a:solidFill>
                  <a:srgbClr val="141B2D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&lt;/&gt;</a:t>
            </a:r>
            <a:endParaRPr lang="en-US" sz="22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61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1188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1DA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983480" y="4343400"/>
            <a:ext cx="2194560" cy="0"/>
          </a:xfrm>
          <a:prstGeom prst="line">
            <a:avLst/>
          </a:prstGeom>
          <a:noFill/>
          <a:ln w="19050">
            <a:solidFill>
              <a:srgbClr val="1F2A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572000"/>
            <a:ext cx="1216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B96A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REACT JSX &amp; COMPONENTS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11275</Words>
  <Application>WPS Presentation</Application>
  <PresentationFormat>On-screen Show (16:9)</PresentationFormat>
  <Paragraphs>640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Arial</vt:lpstr>
      <vt:lpstr>SimSun</vt:lpstr>
      <vt:lpstr>Wingdings</vt:lpstr>
      <vt:lpstr>Courier New</vt:lpstr>
      <vt:lpstr>Courier New</vt:lpstr>
      <vt:lpstr>Courier New</vt:lpstr>
      <vt:lpstr>Calibri</vt:lpstr>
      <vt:lpstr>Calibri</vt:lpstr>
      <vt:lpstr>Calibri</vt:lpstr>
      <vt:lpstr>Century Schoolbook</vt:lpstr>
      <vt:lpstr>Segoe Print</vt:lpstr>
      <vt:lpstr>Century Schoolbook</vt:lpstr>
      <vt:lpstr>Century Schoolbook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JSX and Components</dc:title>
  <dc:creator>React Fundamentals</dc:creator>
  <dc:subject>PptxGenJS Presentation</dc:subject>
  <cp:lastModifiedBy>Tabinda Noor</cp:lastModifiedBy>
  <cp:revision>2</cp:revision>
  <dcterms:created xsi:type="dcterms:W3CDTF">2026-07-06T11:04:00Z</dcterms:created>
  <dcterms:modified xsi:type="dcterms:W3CDTF">2026-07-06T13:39:38Z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3127291AFEB14402B19715020D5146C7_12</vt:lpwstr>
  </property>
  <property fmtid="{D5CDD505-2E9C-101B-9397-08002B2CF9AE}" pid="3" name="KSOProductBuildVer">
    <vt:lpwstr>2057-12.2.0.23203</vt:lpwstr>
  </property>
</Properties>
</file>