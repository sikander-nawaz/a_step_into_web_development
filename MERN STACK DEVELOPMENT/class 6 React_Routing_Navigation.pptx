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61DAFB">
              <a:alpha val="9000"/>
            </a:srgbClr>
          </a:solidFill>
          <a:ln w="12700">
            <a:solidFill>
              <a:srgbClr val="61DAFB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474720" cy="347472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-822960"/>
            <a:ext cx="2011680" cy="2011680"/>
          </a:xfrm>
          <a:prstGeom prst="ellips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713232"/>
            <a:ext cx="804672" cy="80467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914400"/>
            <a:ext cx="402336" cy="402336"/>
          </a:xfrm>
          <a:prstGeom prst="ellipse">
            <a:avLst/>
          </a:prstGeom>
          <a:solidFill>
            <a:srgbClr val="020817"/>
          </a:solidFill>
          <a:ln w="12700">
            <a:solidFill>
              <a:srgbClr val="0208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822960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82296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ReactJS — Routing &amp; Navigation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4A3B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ReactJS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822960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1D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Routing &amp;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822960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7DF1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Navigation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48640" y="3877056"/>
            <a:ext cx="6858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Build multi-page React apps with React Router v6 — no page reloads.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35424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60 Minutes   ·   React Developers   ·   Theory + Code + Activities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Go from a single-page component to a full multi-route React application.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2753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54864" cy="64008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335024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 &amp; Routing Concepts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627632"/>
            <a:ext cx="5303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What is client-side routing? Why React Router?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68896" y="1426464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8896" y="1426464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DAFB"/>
                </a:solidFill>
              </a:rPr>
              <a:t>~10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82753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29968"/>
            <a:ext cx="54864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176272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76272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08483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Setup &amp; Basic Routes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377440"/>
            <a:ext cx="5303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Installation · BrowserRouter · Routes · Route · Link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68896" y="2176272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8896" y="2176272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~14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779776"/>
            <a:ext cx="82753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79776"/>
            <a:ext cx="54864" cy="64008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26080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926080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61872" y="283464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Dynamic &amp; Nested Routes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61872" y="3127248"/>
            <a:ext cx="5303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URL params · useParams · nested routes · Outlet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68896" y="2926080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2926080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</a:rPr>
              <a:t>~14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529584"/>
            <a:ext cx="82753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29584"/>
            <a:ext cx="54864" cy="6400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675888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675888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61872" y="3584448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Navigation Hooks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61872" y="3877056"/>
            <a:ext cx="5303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useNavigate · useLocation · useSearchParams · NavLink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68896" y="3675888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3675888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~12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279392"/>
            <a:ext cx="82753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279392"/>
            <a:ext cx="54864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4425696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425696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05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61872" y="4334256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Activity + Mini Project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61872" y="4626864"/>
            <a:ext cx="5303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Route guards · 404 · practice exercises · multi-page app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68896" y="4425696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4425696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~10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01  SPA &amp; Routing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SPA vs Multi-Page Apps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Understanding WHY React Router exists before touching any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82496"/>
            <a:ext cx="420624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82496"/>
            <a:ext cx="54864" cy="31455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73936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</a:rPr>
              <a:t>🏛️  Traditional Multi-Page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84048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33172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28600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Every page = a full HTTP request to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84048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80720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761488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Browser downloads ENTIRE new HTML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384048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282696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236976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Visible white flash between pages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384048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58184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712464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Server must handle all routing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84048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233672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87952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Slow on bad networks — full reload each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682496"/>
            <a:ext cx="406908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682496"/>
            <a:ext cx="54864" cy="31455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773936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⚛️  React Single-Page App (SPA)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19472" y="2212848"/>
            <a:ext cx="374904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92624" y="2331720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2286000"/>
            <a:ext cx="33467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ONE HTML file — React swaps components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2688336"/>
            <a:ext cx="374904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2807208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2761488"/>
            <a:ext cx="33467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No full page reload — instant transitions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163824"/>
            <a:ext cx="374904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92624" y="3282696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3236976"/>
            <a:ext cx="33467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URL changes handled in the BROWSER (JS)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3639312"/>
            <a:ext cx="374904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92624" y="3758184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3712464"/>
            <a:ext cx="33467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Faster after initial load — only fetch data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19472" y="4114800"/>
            <a:ext cx="3749040" cy="402336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92624" y="4233672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4187952"/>
            <a:ext cx="33467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Smooth, app-like user experience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901184"/>
            <a:ext cx="8275320" cy="347472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4901184"/>
            <a:ext cx="54864" cy="347472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93776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React Router intercepts URL changes and renders the matching component — no server round-trip needed.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01  SPA &amp; Routing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is React Router?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4114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54864" cy="347472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</a:rPr>
              <a:t>The big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38404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React Router is a library that maps URL paths to React components. When the URL changes, the right component renders — without reloading the page.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578608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78608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2615184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23744" y="2578608"/>
            <a:ext cx="2176272" cy="329184"/>
          </a:xfrm>
          <a:prstGeom prst="roundRect">
            <a:avLst>
              <a:gd name="adj" fmla="val 13889"/>
            </a:avLst>
          </a:prstGeom>
          <a:solidFill>
            <a:srgbClr val="020817"/>
          </a:solidFill>
          <a:ln w="12700">
            <a:solidFill>
              <a:srgbClr val="0208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578608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&lt;Home /&gt;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090672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90672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/about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312724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23744" y="3090672"/>
            <a:ext cx="2176272" cy="329184"/>
          </a:xfrm>
          <a:prstGeom prst="roundRect">
            <a:avLst>
              <a:gd name="adj" fmla="val 13889"/>
            </a:avLst>
          </a:prstGeom>
          <a:solidFill>
            <a:srgbClr val="020817"/>
          </a:solidFill>
          <a:ln w="12700">
            <a:solidFill>
              <a:srgbClr val="0208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3090672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&lt;About /&gt;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602736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02736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</a:rPr>
              <a:t>/products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21408" y="3639312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23744" y="3602736"/>
            <a:ext cx="2176272" cy="329184"/>
          </a:xfrm>
          <a:prstGeom prst="roundRect">
            <a:avLst>
              <a:gd name="adj" fmla="val 13889"/>
            </a:avLst>
          </a:prstGeom>
          <a:solidFill>
            <a:srgbClr val="020817"/>
          </a:solidFill>
          <a:ln w="12700">
            <a:solidFill>
              <a:srgbClr val="0208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3602736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</a:rPr>
              <a:t>&lt;Products /&gt;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114800"/>
            <a:ext cx="1389888" cy="329184"/>
          </a:xfrm>
          <a:prstGeom prst="roundRect">
            <a:avLst>
              <a:gd name="adj" fmla="val 13889"/>
            </a:avLst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14800"/>
            <a:ext cx="13898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/contact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21408" y="4151376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23744" y="4114800"/>
            <a:ext cx="2176272" cy="329184"/>
          </a:xfrm>
          <a:prstGeom prst="roundRect">
            <a:avLst>
              <a:gd name="adj" fmla="val 13889"/>
            </a:avLst>
          </a:prstGeom>
          <a:solidFill>
            <a:srgbClr val="020817"/>
          </a:solidFill>
          <a:ln w="12700">
            <a:solidFill>
              <a:srgbClr val="0208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4114800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&lt;Contact /&gt;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4626864"/>
            <a:ext cx="3840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Version used today: React Router v6 (the current standard)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1353312"/>
            <a:ext cx="3995928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353312"/>
            <a:ext cx="54864" cy="3474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4447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Core Building Blocks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92624" y="1828800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92624" y="1828800"/>
            <a:ext cx="36576" cy="32918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1865376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&lt;BrowserRouter&gt;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12864" y="1865376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Wraps the whole app. Enables routing.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92624" y="2212848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2212848"/>
            <a:ext cx="36576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2249424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&lt;Routes&gt;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12864" y="2249424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Container for all route definitions.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92624" y="2596896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92624" y="2596896"/>
            <a:ext cx="36576" cy="32918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4064" y="2633472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&lt;Route&gt;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12864" y="2633472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Maps one URL path to one component.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92624" y="2980944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92624" y="2980944"/>
            <a:ext cx="36576" cy="32918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84064" y="3017520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&lt;Link&gt;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12864" y="3017520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Navigation anchor — no page reload.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92624" y="3364992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2624" y="3364992"/>
            <a:ext cx="36576" cy="32918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3401568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E6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&lt;NavLink&gt;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12864" y="3401568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Like Link but adds 'active' class automatically.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92624" y="3749040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92624" y="3749040"/>
            <a:ext cx="36576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84064" y="3785616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&lt;Outlet&gt;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12864" y="3785616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Renders the matched child route.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92624" y="4133088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92624" y="4133088"/>
            <a:ext cx="36576" cy="32918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84064" y="4169664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useNavigate()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12864" y="4169664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Hook to navigate programmatically.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92624" y="4517136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92624" y="4517136"/>
            <a:ext cx="36576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84064" y="4553712"/>
            <a:ext cx="17922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useParams()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12864" y="4553712"/>
            <a:ext cx="170078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Hook to read URL parameters.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02  Setup &amp; Basic Routes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Installation &amp; Project Setup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Three steps to get React Router running in a new or existing React project.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82753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54864" cy="11155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48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482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71907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Create a React app (if you don't have one)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1719072"/>
            <a:ext cx="4187952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84708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847088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84708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066544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Using Vite (recommended)
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create vite@latest my-app -- --template react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my-app &amp;&amp;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89504"/>
            <a:ext cx="82753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89504"/>
            <a:ext cx="54864" cy="11155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2735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735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294436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F1E"/>
                </a:solidFill>
              </a:rPr>
              <a:t>Install React Router DOM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2944368"/>
            <a:ext cx="4187952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30723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072384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30723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291840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 react-router-dom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# Verify the version
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list react-router-dom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Should show: react-router-dom@6.x.x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82753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114800"/>
            <a:ext cx="54864" cy="11155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4988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988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4169664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Wrap your app with BrowserRouter in main.jsx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62272" y="4169664"/>
            <a:ext cx="4187952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90288" y="4297680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297680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9472" y="4297680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4517136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BrowserRouter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createRoot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"react-dom/client"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createRoot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(document.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getElementById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"root"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render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BrowserRouter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BrowserRouter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901184"/>
            <a:ext cx="8275320" cy="347472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901184"/>
            <a:ext cx="54864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93776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923C"/>
                </a:solidFill>
              </a:rPr>
              <a:t>⚠️  react-router-dom v6 has major API changes from v5. Always check the version before Googling docs!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02  Setup &amp; Basic Routes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&lt;Routes&gt;  &lt;Route&gt;  &lt;Link&gt;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three essentials — defining routes and navigating between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App.jsx — Defining Routes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840480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3657600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Routes, Route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element={&lt;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Home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element={&lt;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About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"/contact"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element={&lt;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Contact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Navbar.jsx — Using Link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2624" y="2103120"/>
            <a:ext cx="3694176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450592"/>
            <a:ext cx="3511296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Link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Navbar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&gt;Home&lt;/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&gt;About&lt;/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92624" y="3822192"/>
            <a:ext cx="3694176" cy="1005840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3877056"/>
            <a:ext cx="35112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</a:rPr>
              <a:t>Link vs &lt;a href&gt; — What's the difference?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84064" y="4187952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2A0D0D"/>
          </a:solidFill>
          <a:ln w="12700">
            <a:solidFill>
              <a:srgbClr val="2A0D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4187952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&lt;a href&gt;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4224528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page reload — loses React state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84064" y="4498848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0A3020"/>
          </a:solidFill>
          <a:ln w="12700">
            <a:solidFill>
              <a:srgbClr val="0A3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4498848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</a:rPr>
              <a:t>&lt;Link to&gt;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4535424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Client-side navigation — state preserved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901184"/>
            <a:ext cx="8275320" cy="347472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901184"/>
            <a:ext cx="54864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93776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NEVER use &lt;a href&gt; for internal navigation in React — always use &lt;Link to&gt;.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03  Dynamic &amp; Nested Routes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Dynamic Routes &amp; useParams()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Use :param in the path to create routes that accept variable segments.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F1E"/>
                </a:solidFill>
              </a:rPr>
              <a:t>Defining a dynamic route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840480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3657600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App.jsx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"/product/:id"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ProductDetail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// Now these URLs all match: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/product/1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/product/42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/product/iphone-15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Link to a dynamic route: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{`/product/${product.id}`}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{product.name}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</a:rPr>
              <a:t>Reading params with useParams()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2624" y="2103120"/>
            <a:ext cx="3694176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450592"/>
            <a:ext cx="3511296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ProductDetail.jsx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useParams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ProductDetail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id } = </a:t>
            </a: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useParams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&gt;Product #{id}&lt;/</a:t>
            </a: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fetch data using id */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8275320" cy="347472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901184"/>
            <a:ext cx="54864" cy="34747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93776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The : in the path is the colon syntax. useParams() always returns an object — destructure the name you used.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03  Dynamic &amp; Nested Routes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Nested Routes &amp; &lt;Outlet /&gt;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Render child routes inside a parent layout — perfect for dashboards and sub-pages.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Nested route 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840480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3657600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App.jsx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"/dashboard"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DashLayout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Child routes render inside &lt;Outlet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Overview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"stats"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"settings"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Settings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</a:rPr>
              <a:t>DashLayout.jsx — using &lt;Outlet /&gt;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2624" y="2103120"/>
            <a:ext cx="3694176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2311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22311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2311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450592"/>
            <a:ext cx="3511296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Outlet, Link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DashLayout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aside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&gt;Overview&lt;/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"stats"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&gt;Stats&lt;/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aside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/* Child renders here */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&lt;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Outlet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8275320" cy="347472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901184"/>
            <a:ext cx="54864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937760"/>
            <a:ext cx="795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&lt;Outlet /&gt; acts as a placeholder — React Router replaces it with the matched child component.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04  Navigation Hooks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useNavigate()  &amp;  &lt;NavLink&gt;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Navigate programmatically in code, and auto-style your active nav links.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</a:rPr>
              <a:t>useNavigate() — Navigate in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Use when you need to redirect after an action — login, form submit, button click.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3840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6151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2615184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6151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34640"/>
            <a:ext cx="3657600" cy="1609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useNavigate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LoginForm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navigate = </a:t>
            </a:r>
            <a:r>
              <a:rPr lang="en-US" sz="1000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useNavigate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handleLogin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after login success...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navigate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"/dashboard"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navigate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(-</a:t>
            </a:r>
            <a:r>
              <a:rPr lang="en-US" sz="1000" dirty="0">
                <a:solidFill>
                  <a:srgbClr val="F9A82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go 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E635"/>
                </a:solidFill>
              </a:rPr>
              <a:t>&lt;NavLink&gt; — Auto-Active Styling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2103120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Like &lt;Link&gt; but adds an 'active' class automatically when the path matches.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2624" y="2487168"/>
            <a:ext cx="3694176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151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2615184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6151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34640"/>
            <a:ext cx="3511296" cy="1609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NavLink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Adds 'active' class automatically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&gt;About&lt;/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Custom active style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NavLink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className=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{({ isActive })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isActive ?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"nav-active"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"nav-link"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&gt;About&lt;/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NavLink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04  Navigation Hooks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4124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useLocation()  &amp;  useSearchParams()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Read the current URL details and manage query string parameters.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useLocation() — Current URL Info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Returns an object with the current URL's pathname, search string, and state.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3840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6151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2615184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6151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34640"/>
            <a:ext cx="3657600" cy="1609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useLocation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location = </a:t>
            </a: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useLocation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location object: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pathname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"?page=2"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"#section"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state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// 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passed via navigate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useSearchParams() — Query Strings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2103120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Read and update ?key=value query parameters in the URL like React state.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2624" y="2487168"/>
            <a:ext cx="3694176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151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2615184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6151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34640"/>
            <a:ext cx="3511296" cy="1609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useSearchParams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[searchParams, setSearchParams]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useSearchParams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URL: /products?category=shoes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searchParams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</a:t>
            </a:r>
            <a:r>
              <a:rPr lang="en-US" sz="1000" dirty="0">
                <a:solidFill>
                  <a:srgbClr val="81D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"category"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"shoes"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Update the query param
</a:t>
            </a: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setSearchParams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({ category: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"boots"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05  Guards &amp; 404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404 Pages &amp; Route Guards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Handle unknown routes gracefully and protect private pages from unauthenticated users.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4114800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2496"/>
            <a:ext cx="54864" cy="31455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</a:rPr>
              <a:t>404 — Catch-All Route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8404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Add a route with path="*" at the END of &lt;Routes&gt;. It matches any unmatched URL.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560320"/>
            <a:ext cx="3840480" cy="2084832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6883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26883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6883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907792"/>
            <a:ext cx="3657600" cy="170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App.jsx — always put * LAST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element={&lt;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Home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"/about"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element={&lt;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About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 /&gt;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Catch ALL unmatched routes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path=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"*"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NotFound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1682496"/>
            <a:ext cx="3995928" cy="3145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682496"/>
            <a:ext cx="54864" cy="314553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7739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</a:rPr>
              <a:t>Protected / Private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103120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Redirect unauthenticated users away from protected pages using &lt;Navigate /&gt;.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2624" y="2560320"/>
            <a:ext cx="3694176" cy="2084832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88336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2688336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688336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907792"/>
            <a:ext cx="3511296" cy="170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 Navigate } 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"react-router-dom"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({ children })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isLoggedIn = 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checkAuth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(!isLoggedIn)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Navigate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to=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"/login"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replace /&gt;;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children;
}
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Usage: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</a:t>
            </a:r>
            <a:r>
              <a:rPr lang="en-US" sz="1000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path=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"/dash"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element={&lt;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&gt;&lt;</a:t>
            </a: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Dash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/&gt;&lt;/</a:t>
            </a:r>
            <a:r>
              <a:rPr lang="en-US" sz="1000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PrivateRoute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/&gt;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4114800" cy="4114800"/>
          </a:xfrm>
          <a:prstGeom prst="ellipse">
            <a:avLst/>
          </a:prstGeom>
          <a:solidFill>
            <a:srgbClr val="61DAFB">
              <a:alpha val="8000"/>
            </a:srgbClr>
          </a:solidFill>
          <a:ln w="12700">
            <a:solidFill>
              <a:srgbClr val="61DAFB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F7DF1E">
              <a:alpha val="8000"/>
            </a:srgbClr>
          </a:solidFill>
          <a:ln w="12700">
            <a:solidFill>
              <a:srgbClr val="F7DF1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Activity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68096"/>
            <a:ext cx="8229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Practice: React Routing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1DAFB"/>
                </a:solidFill>
              </a:rPr>
              <a:t>8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8275320" cy="2944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54864" cy="2944368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1945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94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066544"/>
            <a:ext cx="753465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Set up BrowserRouter and create routes for Home (/), About (/about), and Contact (/contact).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8529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529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753465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Add a Navbar component with &lt;NavLink&gt; to each page. Style the active link with a different colour.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51129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112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753465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Add a dynamic route /user/:name. On the page, read the :name param with useParams() and display 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1696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696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41648"/>
            <a:ext cx="753465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Add a catch-all route that renders a &lt;NotFound&gt; component with a &lt;Link&gt; back to Home.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919472"/>
            <a:ext cx="8275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Bonus: add a /dashboard route with nested child routes (Overview and Settings) using &lt;Outlet /&gt;.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1DAFB">
              <a:alpha val="8000"/>
            </a:srgbClr>
          </a:solidFill>
          <a:ln w="12700">
            <a:solidFill>
              <a:srgbClr val="61DAFB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F7DF1E">
              <a:alpha val="8000"/>
            </a:srgbClr>
          </a:solidFill>
          <a:ln w="12700">
            <a:solidFill>
              <a:srgbClr val="F7DF1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0817"/>
                </a:solidFill>
              </a:rPr>
              <a:t>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229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Product Catalogue App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 full multi-page React app using every routing concept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</a:rPr>
              <a:t>10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249424"/>
            <a:ext cx="4114800" cy="2706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49424"/>
            <a:ext cx="54864" cy="270662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40864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AFB"/>
                </a:solidFill>
              </a:rPr>
              <a:t>Routes to build: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852928"/>
            <a:ext cx="274320" cy="310896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5292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761488"/>
            <a:ext cx="34747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/ → Home with welcome message + link to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419856"/>
            <a:ext cx="274320" cy="310896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19856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328416"/>
            <a:ext cx="34747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/products → list of 5 product cards with &lt;Link&gt; to each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986784"/>
            <a:ext cx="274320" cy="310896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86784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895344"/>
            <a:ext cx="34747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/products/:id → detail page using useParams() to show product 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4553712"/>
            <a:ext cx="274320" cy="310896"/>
          </a:xfrm>
          <a:prstGeom prst="roundRect">
            <a:avLst>
              <a:gd name="adj" fmla="val 16667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553712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4462272"/>
            <a:ext cx="34747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/* → 404 NotFound page with back-to-home link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2249424"/>
            <a:ext cx="3995928" cy="2706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2249424"/>
            <a:ext cx="54864" cy="270662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34086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F1E"/>
                </a:solidFill>
              </a:rPr>
              <a:t>Suggested file structure: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92624" y="2688336"/>
            <a:ext cx="3694176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1635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85232" y="2816352"/>
            <a:ext cx="118872" cy="11887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2816352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035808"/>
            <a:ext cx="3511296" cy="170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src/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App.jsx           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all &lt;Routes&gt;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main.jsx          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&lt;BrowserRouter&gt;
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components/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Navbar.jsx    </a:t>
            </a:r>
            <a:r>
              <a:rPr lang="en-US" sz="1000" dirty="0">
                <a:solidFill>
                  <a:srgbClr val="546E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&lt;NavLink&gt; nav
</a:t>
            </a: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pages/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Home.jsx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Products.jsx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ProductDetail.jsx
</a:t>
            </a:r>
            <a:r>
              <a:rPr lang="en-US" sz="10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└── NotFound.jsx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817"/>
                </a:solidFill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React Router v6 — Cheatsheet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4048" y="1335024"/>
            <a:ext cx="4315968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35024"/>
            <a:ext cx="54864" cy="36576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92224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92224"/>
            <a:ext cx="36576" cy="32918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1DAF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&lt;BrowserRouter&gt;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88336" y="18288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Wrap entire app — enables routing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76272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76272"/>
            <a:ext cx="36576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1284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&lt;Routes&gt;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88336" y="22128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Container for Route definitions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60320"/>
            <a:ext cx="36576" cy="32918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9689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&lt;Route path element&gt;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88336" y="25968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Map one URL to one component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44368"/>
            <a:ext cx="36576" cy="32918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8094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&lt;Link to&gt;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88336" y="29809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Navigate — no page reload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328416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328416"/>
            <a:ext cx="36576" cy="32918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649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3E6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&lt;NavLink to&gt;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88336" y="3364992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Link with automatic 'active' class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12464"/>
            <a:ext cx="36576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4904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92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&lt;Navigate to&gt;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8336" y="37490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Redirect programmatically (JSX)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096512"/>
            <a:ext cx="4041648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96512"/>
            <a:ext cx="36576" cy="32918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330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&lt;Outlet /&gt;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88336" y="41330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Placeholder for nested child routes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1335024"/>
            <a:ext cx="3977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1335024"/>
            <a:ext cx="54864" cy="3657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142646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Hooks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10912" y="1792224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10912" y="1792224"/>
            <a:ext cx="36576" cy="32918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18288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useNavigate()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67728" y="1828800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Returns navigate fn — redirect in code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10912" y="2176272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10912" y="2176272"/>
            <a:ext cx="36576" cy="32918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22128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D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useParams()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67728" y="2212848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Read :param segments from the URL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10912" y="2560320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10912" y="2560320"/>
            <a:ext cx="36576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25968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useLocation()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67728" y="2596896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pathname, search, hash, state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10912" y="2944368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10912" y="2944368"/>
            <a:ext cx="36576" cy="32918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352" y="29809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useSearchParams()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67728" y="2980944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Read/update ?key=value query params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10912" y="3328416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10912" y="3328416"/>
            <a:ext cx="36576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02352" y="3364992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useMatch(pattern)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67728" y="3364992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Returns match info or null for pattern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10912" y="3712464"/>
            <a:ext cx="3694176" cy="329184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10912" y="3712464"/>
            <a:ext cx="36576" cy="32918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2352" y="37490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useRoutes(routes[])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67728" y="3749040"/>
            <a:ext cx="1664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Define routes as JS config array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" y="5065776"/>
            <a:ext cx="8275320" cy="182880"/>
          </a:xfrm>
          <a:prstGeom prst="rect">
            <a:avLst/>
          </a:prstGeom>
          <a:solidFill>
            <a:srgbClr val="0D1A2D"/>
          </a:solidFill>
          <a:ln w="12700">
            <a:solidFill>
              <a:srgbClr val="0D1A2D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61DAFB">
              <a:alpha val="10000"/>
            </a:srgbClr>
          </a:solidFill>
          <a:ln w="12700">
            <a:solidFill>
              <a:srgbClr val="61DAF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F7DF1E">
              <a:alpha val="10000"/>
            </a:srgbClr>
          </a:solidFill>
          <a:ln w="12700">
            <a:solidFill>
              <a:srgbClr val="F7DF1E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DF1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Lesson Complete!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You can now build fully navigable multi-page React applications.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43584"/>
            <a:ext cx="54864" cy="530352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43584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6424" y="1335024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SPA routing — JS handles URL changes without page reloads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243584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243584"/>
            <a:ext cx="54864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243584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22392" y="1335024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BrowserRouter wraps the app · Routes &amp; Route define the 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865376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65376"/>
            <a:ext cx="54864" cy="5303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1865376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6424" y="1956816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&lt;Link to&gt; for nav links · NEVER use plain &lt;a href&gt; for internal links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18888" y="1865376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865376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865376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🏷️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22392" y="1956816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Dynamic routes with :param · useParams() reads the URL segment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487168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487168"/>
            <a:ext cx="54864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487168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6424" y="2578608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Nested routes · &lt;Outlet /&gt; renders the matched child component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18888" y="2487168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2487168"/>
            <a:ext cx="54864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487168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🧭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22392" y="2578608"/>
            <a:ext cx="34198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useNavigate() · useLocation() · useSearchParams() · NavLink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108960"/>
            <a:ext cx="8430768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108960"/>
            <a:ext cx="54864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3108960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06424" y="3200400"/>
            <a:ext cx="773582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Protected routes with &lt;Navigate&gt; · 404 catch-all with path='*'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242816"/>
            <a:ext cx="5029200" cy="8595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242816"/>
            <a:ext cx="54864" cy="8595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31596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Next lessons: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4590288"/>
            <a:ext cx="4754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-&gt;  React State Management — Context API &amp; useReducer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" y="4809744"/>
            <a:ext cx="4754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-&gt;  Fetching Data — useEffect + fetch/axios + loading states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87568" y="4242816"/>
            <a:ext cx="3136392" cy="859536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87568" y="4242816"/>
            <a:ext cx="54864" cy="85953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33872" y="4315968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</a:rPr>
              <a:t>Homework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33872" y="4590288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Add a search filter to /products using useSearchParams — update ?q= as the user types.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10111</Words>
  <Application>WPS Presentation</Application>
  <PresentationFormat>On-screen Show (16:9)</PresentationFormat>
  <Paragraphs>590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Trebuchet MS</vt:lpstr>
      <vt:lpstr>Trebuchet MS</vt:lpstr>
      <vt:lpstr>Trebuchet MS</vt:lpstr>
      <vt:lpstr>Arial Black</vt:lpstr>
      <vt:lpstr>Arial Black</vt:lpstr>
      <vt:lpstr>Arial Black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Tabinda Noor</cp:lastModifiedBy>
  <cp:revision>2</cp:revision>
  <dcterms:created xsi:type="dcterms:W3CDTF">2026-07-13T03:38:00Z</dcterms:created>
  <dcterms:modified xsi:type="dcterms:W3CDTF">2026-07-13T04:15:42Z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D1CCD5BDCF4740FF9BB726D96B2C46FC_12</vt:lpwstr>
  </property>
  <property fmtid="{D5CDD505-2E9C-101B-9397-08002B2CF9AE}" pid="3" name="KSOProductBuildVer">
    <vt:lpwstr>2057-12.2.0.23206</vt:lpwstr>
  </property>
</Properties>
</file>