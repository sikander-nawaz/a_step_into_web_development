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ExtraBold"/>
      <p:bold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5277" y="2547937"/>
            <a:ext cx="1156144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Mastering </a:t>
            </a:r>
            <a:r>
              <a:rPr b="0" i="0" lang="en-US" sz="6000" u="none" cap="none" strike="noStrike">
                <a:solidFill>
                  <a:srgbClr val="2EA04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Git &amp;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0550" y="3576637"/>
            <a:ext cx="110109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Comprehensive Guide to Modern Source Control &amp; Collaboration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0550" y="4443412"/>
            <a:ext cx="1101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git log --oneline --graph --all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1976437"/>
            <a:ext cx="10668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15277" y="1143892"/>
            <a:ext cx="1156144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1: The Fundamentals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381625" y="2506860"/>
            <a:ext cx="1428750" cy="571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90550" y="2945010"/>
            <a:ext cx="1101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Understanding Version Control and Distributed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159793"/>
            <a:ext cx="5267325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9793"/>
            <a:ext cx="5267325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42975" y="3388518"/>
            <a:ext cx="47905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Git (Local Tool)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42975" y="4007643"/>
            <a:ext cx="45624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distributed version control system. It creates a complete copy of the project history on your local hardware. No internet required for daily tracking.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86550" y="3388518"/>
            <a:ext cx="47905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GitHub (Platform)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86550" y="4007643"/>
            <a:ext cx="45624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cloud-hosting service for Git repositories. It provides an interface for code review, project management, and automated workflows.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25503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6550" y="2550318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 vs. GitHub: Architecture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833711"/>
            <a:ext cx="347975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1833711"/>
            <a:ext cx="347975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550" y="1833711"/>
            <a:ext cx="3479750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42975" y="3062436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Working Dir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42975" y="3681561"/>
            <a:ext cx="27749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Files you are currently editing. They are "untracked" or "modified" until you stage them for a snapshot.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08475" y="3062436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Staging Area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08475" y="3681561"/>
            <a:ext cx="2774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temporary prep area where you group related changes before committing. Think of it as a "pre-save" buffer.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73975" y="3062436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A043"/>
                </a:solidFill>
                <a:latin typeface="Inter"/>
                <a:ea typeface="Inter"/>
                <a:cs typeface="Inter"/>
                <a:sym typeface="Inter"/>
              </a:rPr>
              <a:t>Local Repo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73975" y="3681561"/>
            <a:ext cx="2774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permanent history. Once committed, your snapshots are safely stored in the hidden .git directory.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2224236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224236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3975" y="2224236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Three Pillars of a Git Project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315277" y="1143892"/>
            <a:ext cx="1156144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2: Recording Changes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381625" y="2506860"/>
            <a:ext cx="1428750" cy="571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90550" y="2945010"/>
            <a:ext cx="1101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Initialization, Staging, and Atomic Committing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69281"/>
            <a:ext cx="5267325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114425" y="202168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Identity: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Set your name and email using --global config so your teammates know who wrote the code.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114425" y="337423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Initialization: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Use git init to create a hidden .git folder that tracks every character you change.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114425" y="472678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Inspection: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Use git status religiously. It tells you exactly what is staged and what needs tracking.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858000" y="3507581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init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64543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341709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4769643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Setting Up Your Workspace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1114425" y="202168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Staging: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Add specific files using git add [file] or group all using git add ..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114425" y="337423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Commit Message: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Use the imperative mood. "Add login logic" instead of "Added login logic".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114425" y="472678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Atomic Commits: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Keep one logic change per commit. Avoid "Fixed bug and updated CSS and deleted image".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69281"/>
            <a:ext cx="23431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6454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341709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4769643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Professional Commit Cycle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315277" y="1143892"/>
            <a:ext cx="1156144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3: Branching &amp; Flow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381625" y="2506860"/>
            <a:ext cx="1428750" cy="571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90550" y="2945010"/>
            <a:ext cx="1101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Parallel Development and Divergent History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833711"/>
            <a:ext cx="526732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885825" y="2138511"/>
            <a:ext cx="3200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Create a new feature space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114425" y="2405211"/>
            <a:ext cx="3086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switch -c feature/login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85825" y="2938611"/>
            <a:ext cx="2171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List all branches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885825" y="3738711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Merge back to main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858000" y="198611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 Branch: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Should always represent production-ready, stable code. Never work directly on Main.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858000" y="3338661"/>
            <a:ext cx="4743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 Branches: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Isolate new experiments. If they fail, you simply delete the branch without touching Main.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858000" y="5062686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Merging: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Integrate your work back into the core project only after testing and review.</a:t>
            </a:r>
            <a:endParaRPr/>
          </a:p>
        </p:txBody>
      </p:sp>
      <p:pic>
        <p:nvPicPr>
          <p:cNvPr descr="image.png" id="189" name="Google Shape;1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897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8152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5105548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Parallel Development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5300811"/>
            <a:ext cx="52673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33711"/>
            <a:ext cx="17716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1114425" y="1986111"/>
            <a:ext cx="4743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Forking: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Create your personal cloud copy of any public project.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114425" y="2967186"/>
            <a:ext cx="4743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Cloning: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Bring that cloud copy to your local machine to start coding.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1114425" y="3948261"/>
            <a:ext cx="4743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Pull Requests: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Propose your changes to the original author. This is the heart of Open Source.</a:t>
            </a:r>
            <a:endParaRPr/>
          </a:p>
        </p:txBody>
      </p:sp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02897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301004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3991123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81050" y="938361"/>
            <a:ext cx="113614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Collaborative Open Source Flow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90550" y="938361"/>
            <a:ext cx="114300" cy="5143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315277" y="1143892"/>
            <a:ext cx="1156144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4: Hands-on Lab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381625" y="2506860"/>
            <a:ext cx="1428750" cy="5715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590550" y="2945010"/>
            <a:ext cx="1101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