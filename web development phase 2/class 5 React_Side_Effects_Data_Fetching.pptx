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0193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457200"/>
            <a:ext cx="3657600" cy="3657600"/>
          </a:xfrm>
          <a:prstGeom prst="ellipse">
            <a:avLst/>
          </a:prstGeom>
          <a:solidFill>
            <a:srgbClr val="132048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0193A"/>
          </a:solidFill>
          <a:ln/>
        </p:spPr>
      </p:sp>
      <p:pic>
        <p:nvPicPr>
          <p:cNvPr id="5" name="Image 0" descr="/home/claude/sideeffects/icons/reac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8412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  •  ADVANCED CONCEPTS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1945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Effects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Fetching in React JS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85800" y="4251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useEffect, the dependency array, cleanup functions, fetching data safely, avoiding race conditions, and modern data-fetching libraries.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3232" y="5303520"/>
            <a:ext cx="20116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 •  Cleanup  •  Fetching  •  Race Conditions  •  React Query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1600200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Side Effects?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441448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2441448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441448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useEffect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82696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3282696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282696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Array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123944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4123944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123944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Functions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65192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4965192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965192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20" name="Text 18"/>
          <p:cNvSpPr/>
          <p:nvPr/>
        </p:nvSpPr>
        <p:spPr>
          <a:xfrm>
            <a:off x="6565392" y="1600200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1600200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 with useEffect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441448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2441448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2441448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Error States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3282696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3282696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3282696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&amp; How to Fix Them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4123944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4123944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4123944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&amp; Data Libraries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4965192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4965192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4965192"/>
            <a:ext cx="4434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Best Practices &amp; Takeaways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Side Effects?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 effect is anything a component does that reaches outside its own render output — touching the outside world instead of just computing JSX. React's rendering phase should be pure; side effects are handled separately, after render, using hooks like useEffect.</a:t>
            </a:r>
            <a:endParaRPr lang="en-US" sz="1400" dirty="0"/>
          </a:p>
        </p:txBody>
      </p:sp>
      <p:pic>
        <p:nvPicPr>
          <p:cNvPr id="5" name="Image 0" descr="/home/claude/sideeffects/icons/bol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558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2826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 from an API or database</a:t>
            </a:r>
            <a:endParaRPr lang="en-US" sz="1250" dirty="0"/>
          </a:p>
        </p:txBody>
      </p:sp>
      <p:pic>
        <p:nvPicPr>
          <p:cNvPr id="7" name="Image 1" descr="/home/claude/sideeffects/icons/bol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862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8130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Subscribing to a WebSocket, event emitter, or timer</a:t>
            </a:r>
            <a:endParaRPr lang="en-US" sz="1250" dirty="0"/>
          </a:p>
        </p:txBody>
      </p:sp>
      <p:pic>
        <p:nvPicPr>
          <p:cNvPr id="9" name="Image 2" descr="/home/claude/sideeffects/icons/bol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1655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4343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or mutating the DOM</a:t>
            </a:r>
            <a:endParaRPr lang="en-US" sz="1250" dirty="0"/>
          </a:p>
        </p:txBody>
      </p:sp>
      <p:pic>
        <p:nvPicPr>
          <p:cNvPr id="11" name="Image 3" descr="/home/claude/sideeffects/icons/bol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94690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48737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analytics, or writing to localStorage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537960" y="1417320"/>
            <a:ext cx="4983480" cy="2148840"/>
          </a:xfrm>
          <a:prstGeom prst="roundRect">
            <a:avLst>
              <a:gd name="adj" fmla="val 3830"/>
            </a:avLst>
          </a:prstGeom>
          <a:solidFill>
            <a:srgbClr val="ECFDF5"/>
          </a:solidFill>
          <a:ln/>
        </p:spPr>
      </p:sp>
      <p:sp>
        <p:nvSpPr>
          <p:cNvPr id="14" name="Text 8"/>
          <p:cNvSpPr/>
          <p:nvPr/>
        </p:nvSpPr>
        <p:spPr>
          <a:xfrm>
            <a:off x="6812280" y="16002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RENDER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812280" y="196596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same props/state, always returns the same JSX. No API calls, no timers, no DOM writes — just a description of the UI.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537960" y="3794760"/>
            <a:ext cx="4983480" cy="2286000"/>
          </a:xfrm>
          <a:prstGeom prst="roundRect">
            <a:avLst>
              <a:gd name="adj" fmla="val 3600"/>
            </a:avLst>
          </a:prstGeom>
          <a:solidFill>
            <a:srgbClr val="FFF7ED"/>
          </a:solidFill>
          <a:ln/>
        </p:spPr>
      </p:sp>
      <p:sp>
        <p:nvSpPr>
          <p:cNvPr id="17" name="Text 11"/>
          <p:cNvSpPr/>
          <p:nvPr/>
        </p:nvSpPr>
        <p:spPr>
          <a:xfrm>
            <a:off x="6812280" y="39776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812280" y="4343400"/>
            <a:ext cx="4434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outside the component: network requests, subscriptions, timers, direct DOM access. Must run after render, inside useEffect.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useEffect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lets you run code after React commits changes to the DOM. It takes a function (the effect) and an optional dependency array that controls when the effect re-runs.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00584" cy="1005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43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function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that runs after render — your side effect logic.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39312"/>
            <a:ext cx="100584" cy="1005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564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array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React when to re-run the effect (see next slide).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352544"/>
            <a:ext cx="100584" cy="1005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696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function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function returned from the effect to tear things down.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81912"/>
            <a:ext cx="4983480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useEffect, useState } from 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"react"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[time, setTime] = useState(new Date());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the effect function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id = setInterval(() =&gt; {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setTime(new Date());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1000);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clearInterval(id);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the cleanup function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the dependency array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&lt;p&gt;{time.toLocaleTimeString()}&lt;/p&gt;;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Dependency Array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argument to useEffect controls exactly when the effect re-runs. Getting this array right is the single most important part of using useEffect correctly.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23160"/>
            <a:ext cx="352044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10896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089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{...})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single render. Rarely what you want.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4231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423160"/>
            <a:ext cx="3520440" cy="82296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array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1089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{...}, [])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572000" y="37947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once, right after the first render (“mount”).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4231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423160"/>
            <a:ext cx="3520440" cy="822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dependencies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75320" y="310896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31089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{...}, [id])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8275320" y="37947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mount, and again whenever id changes.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05332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include every value from the component scope that the effect reads (props, state, functions). React's exhaustive-deps ESLint rule will catch most mistakes.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effect sets something up (a subscription, timer, or listener), it should also tear it down. Return a function from your effect and React will call it before the effect re-runs, and again when the component unmounts.</a:t>
            </a:r>
            <a:endParaRPr lang="en-US" sz="1350" dirty="0"/>
          </a:p>
        </p:txBody>
      </p:sp>
      <p:pic>
        <p:nvPicPr>
          <p:cNvPr id="5" name="Image 0" descr="/home/claude/sideeffects/icons/broom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81528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300837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effect runs again (deps changed)</a:t>
            </a:r>
            <a:endParaRPr lang="en-US" sz="1200" dirty="0"/>
          </a:p>
        </p:txBody>
      </p:sp>
      <p:pic>
        <p:nvPicPr>
          <p:cNvPr id="7" name="Image 1" descr="/home/claude/sideeffects/icons/broom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935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5204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component unmounts</a:t>
            </a:r>
            <a:endParaRPr lang="en-US" sz="1200" dirty="0"/>
          </a:p>
        </p:txBody>
      </p:sp>
      <p:pic>
        <p:nvPicPr>
          <p:cNvPr id="9" name="Image 2" descr="/home/claude/sideeffects/icons/broom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05656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40325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memory leaks and duplicate subscriptions</a:t>
            </a:r>
            <a:endParaRPr lang="en-US" sz="1200" dirty="0"/>
          </a:p>
        </p:txBody>
      </p:sp>
      <p:pic>
        <p:nvPicPr>
          <p:cNvPr id="11" name="Image 3" descr="/home/claude/sideeffects/icons/broom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17720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2688" y="45445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timers, sockets, and event listeners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080760" y="23774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6309360" y="2542032"/>
            <a:ext cx="498348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controller = new AbortController();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</a:t>
            </a:r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`/api/users/${id}`</a:t>
            </a:r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signal: controller.signal,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.then(res =&gt; res.json())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.then(setUser);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cleanup: runs on re-run / unmount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controller.abort();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[id]);</a:t>
            </a:r>
            <a:pPr indent="0" marL="0">
              <a:lnSpc>
                <a:spcPct val="115000"/>
              </a:lnSpc>
              <a:buNone/>
            </a:pPr>
            <a:endParaRPr lang="en-US" sz="123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Use Cases for useEffect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0A1128"/>
          </a:solidFill>
          <a:ln/>
        </p:spPr>
      </p:sp>
      <p:pic>
        <p:nvPicPr>
          <p:cNvPr id="6" name="Image 0" descr="/home/claude/sideeffects/icons/wifi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568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from an API when a component mounts or a query changes.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0A1128"/>
          </a:solidFill>
          <a:ln/>
        </p:spPr>
      </p:sp>
      <p:pic>
        <p:nvPicPr>
          <p:cNvPr id="11" name="Image 1" descr="/home/claude/sideeffects/icons/clo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5681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&amp; Intervals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/ setInterval for polling, countdowns, or animations.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0A1128"/>
          </a:solidFill>
          <a:ln/>
        </p:spPr>
      </p:sp>
      <p:pic>
        <p:nvPicPr>
          <p:cNvPr id="16" name="Image 2" descr="/home/claude/sideeffects/icons/plug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95681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WebSockets, event emitters, or external store subscriptions.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3794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0A1128"/>
          </a:solidFill>
          <a:ln/>
        </p:spPr>
      </p:sp>
      <p:pic>
        <p:nvPicPr>
          <p:cNvPr id="21" name="Image 3" descr="/home/claude/sideeffects/icons/cod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15137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5029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layout, focusing an element, or integrating a non-React library.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43400" y="3794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023360"/>
            <a:ext cx="502920" cy="502920"/>
          </a:xfrm>
          <a:prstGeom prst="ellipse">
            <a:avLst/>
          </a:prstGeom>
          <a:solidFill>
            <a:srgbClr val="0A1128"/>
          </a:solidFill>
          <a:ln/>
        </p:spPr>
      </p:sp>
      <p:pic>
        <p:nvPicPr>
          <p:cNvPr id="26" name="Image 4" descr="/home/claude/sideeffects/icons/databas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15137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State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5029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state to localStorage, cookies, or the URL/query string.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4023360"/>
            <a:ext cx="502920" cy="502920"/>
          </a:xfrm>
          <a:prstGeom prst="ellipse">
            <a:avLst/>
          </a:prstGeom>
          <a:solidFill>
            <a:srgbClr val="0A1128"/>
          </a:solidFill>
          <a:ln/>
        </p:spPr>
      </p:sp>
      <p:pic>
        <p:nvPicPr>
          <p:cNvPr id="31" name="Image 5" descr="/home/claude/sideeffects/icons/bolt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15137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Analytics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5029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tracking events when a component renders or a value changes.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 Data with useEffect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pattern: call your API inside useEffect, store the result in state with useState, and re-run whenever the query parameters change.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7432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state for data, loading, and error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36499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36499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API inside useEffect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98678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 when the response arrives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08576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08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6085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value the fetch depends 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581912"/>
            <a:ext cx="498348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UserProfile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userId }) {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[user, setUser] = useState(null);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`/api/users/${userId}`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.then(res =&gt; res.json())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.then(data =&gt; setUser(data));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[userId]);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re-fetch when userId changes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return &lt;p&gt;Loading…&lt;/p&gt;;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&lt;h2&gt;{user.name}&lt;/h2&gt;;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Loading &amp; Error States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requests can be slow or fail. A robust fetch tracks three states — loading, error, and data — and renders the right UI for each.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pic>
        <p:nvPicPr>
          <p:cNvPr id="6" name="Image 0" descr="/home/claude/sideeffects/icons/hourglass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14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spinner or skeleton while the request is in flight.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43400" y="22860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pic>
        <p:nvPicPr>
          <p:cNvPr id="10" name="Image 1" descr="/home/claude/sideeffects/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14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failures and show a friendly message or retry option.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046720" y="22860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pic>
        <p:nvPicPr>
          <p:cNvPr id="14" name="Image 2" descr="/home/claude/sideeffects/icons/chec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514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824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7532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fetched data once it safely arrives.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640080" y="3886200"/>
            <a:ext cx="1088136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868680" y="4050792"/>
            <a:ext cx="1042416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UserProfile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userId }) {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[data, setData] = useState(null);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setLoading] = useState(true);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= useState(null);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setLoading(true);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`/api/users/${userId}`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.then(res =&gt; { if (!res.ok) throw new Error(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"Failed"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return res.json(); })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.then(json =&gt; setData(json))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.catch(err =&gt; setError(err))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.finally(() =&gt; setLoading(false));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[userId]);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(loading) return &lt;Spinner /&gt;;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return &lt;ErrorBox message={error.message} /&gt;;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&lt;UserCard user={data} /&gt;;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 in Data Fetching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component re-fetches quickly (e.g. the user changes a search query), an older, slower request can resolve after a newer one — overwriting fresh data with stale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4069080"/>
            <a:ext cx="10332720" cy="0"/>
          </a:xfrm>
          <a:prstGeom prst="line">
            <a:avLst/>
          </a:prstGeom>
          <a:noFill/>
          <a:ln w="19050">
            <a:solidFill>
              <a:srgbClr val="34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977640"/>
            <a:ext cx="182880" cy="18288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4069080"/>
            <a:ext cx="7772400" cy="0"/>
          </a:xfrm>
          <a:prstGeom prst="line">
            <a:avLst/>
          </a:prstGeom>
          <a:noFill/>
          <a:ln w="38100">
            <a:solidFill>
              <a:srgbClr val="61DAF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1887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A: search("rea")  — slow, resolves LAST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869680" y="3977640"/>
            <a:ext cx="182880" cy="18288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3977640"/>
            <a:ext cx="182880" cy="182880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4069080"/>
            <a:ext cx="2743200" cy="0"/>
          </a:xfrm>
          <a:prstGeom prst="line">
            <a:avLst/>
          </a:prstGeom>
          <a:noFill/>
          <a:ln w="38100">
            <a:solidFill>
              <a:srgbClr val="22D3A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9184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B: search("react")  — fast, resolves FIRST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3977640"/>
            <a:ext cx="182880" cy="182880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4178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2B17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074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Result: the UI shows results for “rea” even though the user finished typing “react” — because Request A finished last.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Race Conditions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099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flag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flag set in the cleanup function marks stale responses so they're never applied to state.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272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the in-flight fetch request itself when the effect re-runs or unmounts.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445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 / token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each request with an incrementing id; only apply the response matching the latest id.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764792"/>
            <a:ext cx="49834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ignore = false;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`/api/search?q=${query}`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.then(res =&gt; res.json())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.then(data =&gt; {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(!ignore) {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setResults(data);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{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ignore = true;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mark this request as stale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[query]);</a:t>
            </a:r>
            <a:pPr indent="0" marL="0">
              <a:lnSpc>
                <a:spcPct val="115000"/>
              </a:lnSpc>
              <a:buNone/>
            </a:pP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Extracting a Custom Hook: useFetch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logic — loading, error, cleanup — repeats across components. Wrapping it in a custom hook keeps components focused purely on rendering.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3520440"/>
          </a:xfrm>
          <a:prstGeom prst="roundRect">
            <a:avLst>
              <a:gd name="adj" fmla="val 207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50592"/>
            <a:ext cx="1042416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useFetch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(url) {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[state, setState] = useState({ data: null, loading: true, error: null });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ignore = false;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setState(s =&gt; ({ ...s, loading: true }));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fetch(url)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.then(res =&gt; res.json())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.then(data =&gt; !ignore &amp;&amp; setState({ data, loading: false, error: null }))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.catch(error =&gt; !ignore &amp;&amp; setState({ data: null, loading: false, error }));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{ ignore = true; };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[url]);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state;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{ data, loading, error }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Usage: const { data, loading, error } = useFetch(`/api/users/${id}`);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USEEFFECT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Data Fetching Libraries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useEffect fetching gets repetitive and misses features like caching, retries, and background refresh. Purpose-built libraries handle all of this out of the box.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10193A"/>
          </a:solidFill>
          <a:ln/>
        </p:spPr>
      </p:sp>
      <p:pic>
        <p:nvPicPr>
          <p:cNvPr id="6" name="Image 0" descr="/home/claude/sideeffects/icons/databas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974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/ TanStack Query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9776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background refetching, retries, pagination, and mutations with a simple useQuery/useMutation API.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246888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10193A"/>
          </a:solidFill>
          <a:ln/>
        </p:spPr>
      </p:sp>
      <p:pic>
        <p:nvPicPr>
          <p:cNvPr id="10" name="Image 1" descr="/home/claude/sideeffects/icons/datab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9748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4568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44568" y="39776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“stale-while-revalidate” hook from Vercel; minimal API, automatic revalidation on focus/reconnect.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246888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10193A"/>
          </a:solidFill>
          <a:ln/>
        </p:spPr>
      </p:sp>
      <p:pic>
        <p:nvPicPr>
          <p:cNvPr id="14" name="Image 2" descr="/home/claude/sideeffects/icons/databas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69748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47888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Query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47888" y="39776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Data-fetching layer built into Redux Toolkit; generates hooks from an API slice definition.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useEffect for one-off or simple fetches; reach for a library once you need caching, retries, or shared server state across many components.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HOOK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 vs. useLayoutEffect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0" y="1600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0" y="1600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useLayoutEffect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88136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asynchronously, after the browser paints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21031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synchronously, before the browser paints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1088136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632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306324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— doesn't delay paint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306324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— can delay visible updates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1088136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233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0" y="402336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fetching, subscriptions, logging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40233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Reading/measuring layout, preventing visual flicker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88136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9834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0" y="498348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use this unless you have a reason not 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498348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you must sync DOM reads/writes before paint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&amp; Pitfalls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EF2F2"/>
          </a:solidFill>
          <a:ln/>
        </p:spPr>
      </p:sp>
      <p:pic>
        <p:nvPicPr>
          <p:cNvPr id="5" name="Image 0" descr="/home/claude/sideeffects/icons/bu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830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647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" y="224028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state inside an effect that also depends on that state, with no condition to stop it.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3400" y="16002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EF2F2"/>
          </a:solidFill>
          <a:ln/>
        </p:spPr>
      </p:sp>
      <p:pic>
        <p:nvPicPr>
          <p:cNvPr id="9" name="Image 1" descr="/home/claude/sideeffects/icons/bu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17647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dependencies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44568" y="224028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Omitting a prop/state used inside the effect — causes stale closures and subtle bugs.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16002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EF2F2"/>
          </a:solidFill>
          <a:ln/>
        </p:spPr>
      </p:sp>
      <p:pic>
        <p:nvPicPr>
          <p:cNvPr id="13" name="Image 2" descr="/home/claude/sideeffects/icons/bug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78308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41080" y="17647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cleanup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47888" y="224028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timers, subscriptions, or listeners running after the component unmounts.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EF2F2"/>
          </a:solidFill>
          <a:ln/>
        </p:spPr>
      </p:sp>
      <p:pic>
        <p:nvPicPr>
          <p:cNvPr id="17" name="Image 3" descr="/home/claude/sideeffects/icons/bu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6616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5478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race conditions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41248" y="402336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guarding against out-of-order responses when dependencies change quickly.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43400" y="3383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EF2F2"/>
          </a:solidFill>
          <a:ln/>
        </p:spPr>
      </p:sp>
      <p:pic>
        <p:nvPicPr>
          <p:cNvPr id="21" name="Image 4" descr="/home/claude/sideeffects/icons/bug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356616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37760" y="35478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in render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44568" y="402336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fetch directly in the component body instead of inside useEffect.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046720" y="3383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EF2F2"/>
          </a:solidFill>
          <a:ln/>
        </p:spPr>
      </p:sp>
      <p:pic>
        <p:nvPicPr>
          <p:cNvPr id="25" name="Image 5" descr="/home/claude/sideeffects/icons/bug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56616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641080" y="35478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Overusing effects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247888" y="402336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useEffect to derive values that could just be computed during render.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for Clean Side Effects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CFDF5"/>
          </a:solidFill>
          <a:ln/>
        </p:spPr>
      </p:sp>
      <p:pic>
        <p:nvPicPr>
          <p:cNvPr id="5" name="Image 0" descr="/home/claude/sideeffects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 effects focused — one concern per useEffect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311810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Always include every dependency the effect reads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8130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 up subscriptions, timers, and listeners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50799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Guard against race conditions on fast-changing state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520293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Extract repeated fetch logic into a custom hook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EF2F2"/>
          </a:solidFill>
          <a:ln/>
        </p:spPr>
      </p:sp>
      <p:pic>
        <p:nvPicPr>
          <p:cNvPr id="13" name="Image 1" descr="/home/claude/sideeffects/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24231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Don't fetch data directly in the render body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311810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Don't disable the exhaustive-deps lint rule casually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38130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Don't update the same state your effect depends on unconditionally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92240" y="450799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Don't use useLayoutEffect unless you truly need pre-paint timing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520293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Don't hand-roll caching/retries if a library already solves it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  <a:ln/>
        </p:spPr>
      </p:sp>
      <p:pic>
        <p:nvPicPr>
          <p:cNvPr id="5" name="Image 0" descr="/home/claude/sideeffects/icons/bol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reaching outside render — handled in useEffect, not during render.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  <a:ln/>
        </p:spPr>
      </p:sp>
      <p:pic>
        <p:nvPicPr>
          <p:cNvPr id="9" name="Image 1" descr="/home/claude/sideeffects/icons/filter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202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array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772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when the effect re-runs — include everything it reads.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  <a:ln/>
        </p:spPr>
      </p:sp>
      <p:pic>
        <p:nvPicPr>
          <p:cNvPr id="13" name="Image 2" descr="/home/claude/sideeffects/icons/broom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36676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subscriptions and timers to avoid leaks and bugs.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7947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  <a:ln/>
        </p:spPr>
      </p:sp>
      <p:pic>
        <p:nvPicPr>
          <p:cNvPr id="17" name="Image 3" descr="/home/claude/sideeffects/icons/wifi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233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68680" y="4937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loading, error, and data state for a robust UI.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89120" y="37947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  <a:ln/>
        </p:spPr>
      </p:sp>
      <p:pic>
        <p:nvPicPr>
          <p:cNvPr id="21" name="Image 4" descr="/home/claude/sideeffects/icons/random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02336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772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17720" y="4937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fetches with an ignore flag or AbortController.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38160" y="37947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  <a:ln/>
        </p:spPr>
      </p:sp>
      <p:pic>
        <p:nvPicPr>
          <p:cNvPr id="25" name="Image 5" descr="/home/claude/sideeffects/icons/databas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02336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6676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366760" y="4937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/ SWR / RTK Query handle caching and retries for you.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&amp; Data Fetching in React JS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0193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0193A"/>
          </a:solidFill>
          <a:ln/>
        </p:spPr>
      </p:sp>
      <p:pic>
        <p:nvPicPr>
          <p:cNvPr id="4" name="Image 0" descr="/home/claude/sideeffects/icons/reac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2860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8328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 Effects &amp; Data Fetching in React JS</dc:title>
  <dc:subject>PptxGenJS Presentation</dc:subject>
  <dc:creator>Claude</dc:creator>
  <cp:lastModifiedBy>Claude</cp:lastModifiedBy>
  <cp:revision>1</cp:revision>
  <dcterms:created xsi:type="dcterms:W3CDTF">2026-07-10T02:37:30Z</dcterms:created>
  <dcterms:modified xsi:type="dcterms:W3CDTF">2026-07-10T02:37:30Z</dcterms:modified>
</cp:coreProperties>
</file>